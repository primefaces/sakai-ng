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11547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871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56654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80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450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60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165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813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89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02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331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8602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BASS UNDERWRITERS  </a:t>
            </a:r>
            <a:endParaRPr lang="en-US" dirty="0"/>
          </a:p>
        </p:txBody>
      </p:sp>
      <p:pic>
        <p:nvPicPr>
          <p:cNvPr id="6" name="Picture 2" descr="Bass Underwriters - Harris Insura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9120" y="5022478"/>
            <a:ext cx="2418080" cy="14880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698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Carriers</a:t>
            </a:r>
            <a:r>
              <a:rPr lang="es-MX" dirty="0" smtClean="0"/>
              <a:t> </a:t>
            </a:r>
            <a:endParaRPr lang="en-US" dirty="0"/>
          </a:p>
        </p:txBody>
      </p:sp>
      <p:sp>
        <p:nvSpPr>
          <p:cNvPr id="4" name="AutoShape 2" descr="QEO on the App Sto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QEO on the App Stor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LLOYDS OF LONDON</a:t>
            </a:r>
          </a:p>
          <a:p>
            <a:r>
              <a:rPr lang="es-MX" dirty="0" smtClean="0"/>
              <a:t>THE BURLINGTON INSURANCE COMPANY</a:t>
            </a:r>
          </a:p>
          <a:p>
            <a:r>
              <a:rPr lang="en-US" dirty="0"/>
              <a:t>Kinsale Insurance Company A- (Excellent) AM Best </a:t>
            </a:r>
            <a:r>
              <a:rPr lang="en-US" dirty="0" smtClean="0"/>
              <a:t>Rating</a:t>
            </a:r>
          </a:p>
          <a:p>
            <a:r>
              <a:rPr lang="en-US" dirty="0"/>
              <a:t>Adriatic Insurance Company A+(Superior) AM Best </a:t>
            </a:r>
            <a:r>
              <a:rPr lang="en-US" dirty="0" smtClean="0"/>
              <a:t>Rating</a:t>
            </a:r>
          </a:p>
          <a:p>
            <a:r>
              <a:rPr lang="en-US" dirty="0"/>
              <a:t>Penn-America Insurance Company A (Excellent) AM Best Rating</a:t>
            </a:r>
            <a:endParaRPr lang="es-MX" dirty="0" smtClean="0"/>
          </a:p>
          <a:p>
            <a:endParaRPr lang="en-US" dirty="0"/>
          </a:p>
        </p:txBody>
      </p:sp>
      <p:pic>
        <p:nvPicPr>
          <p:cNvPr id="1026" name="Picture 2" descr="Bass Underwriters - Harris Insura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575" y="4605528"/>
            <a:ext cx="3095625" cy="1905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378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de operacion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Intra y inter</a:t>
            </a:r>
          </a:p>
          <a:p>
            <a:endParaRPr lang="en-US" dirty="0"/>
          </a:p>
        </p:txBody>
      </p:sp>
      <p:pic>
        <p:nvPicPr>
          <p:cNvPr id="7" name="Picture 2" descr="Bass Underwriters - Harris Insura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575" y="4605528"/>
            <a:ext cx="3095625" cy="1905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34720" y="486664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NM, TX, FL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404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Edad 25 -65 </a:t>
            </a:r>
          </a:p>
          <a:p>
            <a:endParaRPr lang="es-MX" dirty="0" smtClean="0"/>
          </a:p>
          <a:p>
            <a:r>
              <a:rPr lang="es-MX" dirty="0" smtClean="0"/>
              <a:t>Con clase A vehículos por encima de 26 mil libras</a:t>
            </a:r>
          </a:p>
          <a:p>
            <a:r>
              <a:rPr lang="es-MX" dirty="0" smtClean="0"/>
              <a:t>Con clase C vehículos por debajo 26 mil </a:t>
            </a:r>
          </a:p>
          <a:p>
            <a:endParaRPr lang="es-MX" dirty="0" smtClean="0"/>
          </a:p>
          <a:p>
            <a:endParaRPr lang="en-US" dirty="0"/>
          </a:p>
        </p:txBody>
      </p:sp>
      <p:pic>
        <p:nvPicPr>
          <p:cNvPr id="7" name="Picture 2" descr="Bass Underwriters - Harris Insura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575" y="4605528"/>
            <a:ext cx="3095625" cy="1905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195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Mtc</a:t>
            </a:r>
            <a:r>
              <a:rPr lang="es-MX" dirty="0" smtClean="0"/>
              <a:t> </a:t>
            </a:r>
            <a:endParaRPr lang="es-MX" dirty="0" smtClean="0"/>
          </a:p>
          <a:p>
            <a:r>
              <a:rPr lang="es-MX" dirty="0" err="1" smtClean="0"/>
              <a:t>Physical</a:t>
            </a:r>
            <a:r>
              <a:rPr lang="es-MX" dirty="0" smtClean="0"/>
              <a:t> </a:t>
            </a:r>
            <a:r>
              <a:rPr lang="es-MX" dirty="0" err="1" smtClean="0"/>
              <a:t>damage</a:t>
            </a:r>
            <a:endParaRPr lang="es-MX" dirty="0" smtClean="0"/>
          </a:p>
          <a:p>
            <a:r>
              <a:rPr lang="es-MX" dirty="0" err="1" smtClean="0"/>
              <a:t>Gl</a:t>
            </a:r>
            <a:r>
              <a:rPr lang="es-MX" dirty="0" smtClean="0"/>
              <a:t> </a:t>
            </a:r>
          </a:p>
          <a:p>
            <a:r>
              <a:rPr lang="es-MX" dirty="0" err="1" smtClean="0"/>
              <a:t>Mtc</a:t>
            </a:r>
            <a:r>
              <a:rPr lang="es-MX" dirty="0" smtClean="0"/>
              <a:t> </a:t>
            </a:r>
            <a:r>
              <a:rPr lang="es-MX" dirty="0" err="1" smtClean="0"/>
              <a:t>excess</a:t>
            </a:r>
            <a:r>
              <a:rPr lang="es-MX" smtClean="0"/>
              <a:t> </a:t>
            </a:r>
            <a:endParaRPr lang="es-MX" dirty="0" smtClean="0"/>
          </a:p>
          <a:p>
            <a:r>
              <a:rPr lang="es-MX" dirty="0" err="1" smtClean="0"/>
              <a:t>Gl</a:t>
            </a:r>
            <a:r>
              <a:rPr lang="es-MX" dirty="0" smtClean="0"/>
              <a:t> </a:t>
            </a:r>
            <a:r>
              <a:rPr lang="es-MX" dirty="0" err="1" smtClean="0"/>
              <a:t>excess</a:t>
            </a:r>
            <a:r>
              <a:rPr lang="es-MX" dirty="0" smtClean="0"/>
              <a:t> </a:t>
            </a:r>
            <a:endParaRPr lang="es-MX" dirty="0" smtClean="0"/>
          </a:p>
          <a:p>
            <a:r>
              <a:rPr lang="es-MX" dirty="0" smtClean="0"/>
              <a:t>Umbrela </a:t>
            </a:r>
          </a:p>
          <a:p>
            <a:endParaRPr lang="en-US" dirty="0"/>
          </a:p>
        </p:txBody>
      </p:sp>
      <p:pic>
        <p:nvPicPr>
          <p:cNvPr id="7" name="Picture 2" descr="Bass Underwriters - Harris Insura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575" y="4605528"/>
            <a:ext cx="3095625" cy="1905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199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additional</a:t>
            </a:r>
            <a:r>
              <a:rPr lang="es-MX" dirty="0"/>
              <a:t> &amp; </a:t>
            </a:r>
            <a:r>
              <a:rPr lang="es-MX" dirty="0" err="1"/>
              <a:t>wos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n/a</a:t>
            </a:r>
            <a:endParaRPr lang="en-US" dirty="0"/>
          </a:p>
        </p:txBody>
      </p:sp>
      <p:pic>
        <p:nvPicPr>
          <p:cNvPr id="7" name="Picture 2" descr="Bass Underwriters - Harris Insura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575" y="4605528"/>
            <a:ext cx="3095625" cy="1905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623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notes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Podemos </a:t>
            </a:r>
            <a:r>
              <a:rPr lang="es-MX" dirty="0" smtClean="0"/>
              <a:t>activar con JLP INS AGENCY &amp; AJM INSURANCE </a:t>
            </a:r>
          </a:p>
          <a:p>
            <a:endParaRPr lang="es-MX" dirty="0"/>
          </a:p>
          <a:p>
            <a:r>
              <a:rPr lang="es-MX" dirty="0" smtClean="0"/>
              <a:t>Aceptan tipo de negocio de </a:t>
            </a:r>
            <a:r>
              <a:rPr lang="es-MX" dirty="0" err="1" smtClean="0"/>
              <a:t>automovile</a:t>
            </a:r>
            <a:endParaRPr lang="es-MX" dirty="0"/>
          </a:p>
          <a:p>
            <a:r>
              <a:rPr lang="es-MX" dirty="0" err="1" smtClean="0"/>
              <a:t>Dryvan</a:t>
            </a:r>
            <a:r>
              <a:rPr lang="es-MX" dirty="0" smtClean="0"/>
              <a:t> </a:t>
            </a:r>
          </a:p>
          <a:p>
            <a:r>
              <a:rPr lang="es-MX" dirty="0" err="1" smtClean="0"/>
              <a:t>Reefer</a:t>
            </a:r>
            <a:endParaRPr lang="es-MX" dirty="0" smtClean="0"/>
          </a:p>
          <a:p>
            <a:r>
              <a:rPr lang="es-MX" dirty="0" err="1" smtClean="0"/>
              <a:t>Flatbed</a:t>
            </a:r>
            <a:r>
              <a:rPr lang="es-MX" dirty="0" smtClean="0"/>
              <a:t> </a:t>
            </a:r>
          </a:p>
          <a:p>
            <a:endParaRPr lang="es-MX" dirty="0" smtClean="0"/>
          </a:p>
          <a:p>
            <a:endParaRPr lang="en-US" dirty="0"/>
          </a:p>
        </p:txBody>
      </p:sp>
      <p:pic>
        <p:nvPicPr>
          <p:cNvPr id="7" name="Picture 2" descr="Bass Underwriters - Harris Insura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575" y="4605528"/>
            <a:ext cx="3095625" cy="1905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7578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Contactos </a:t>
            </a:r>
            <a:r>
              <a:rPr lang="es-MX" dirty="0" err="1"/>
              <a:t>via</a:t>
            </a:r>
            <a:r>
              <a:rPr lang="es-MX" dirty="0"/>
              <a:t>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7" y="2084832"/>
            <a:ext cx="9720073" cy="4023360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7" name="Picture 2" descr="Bass Underwriters - Harris Insura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575" y="4605528"/>
            <a:ext cx="3095625" cy="1905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8559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56</TotalTime>
  <Words>113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Tw Cen MT</vt:lpstr>
      <vt:lpstr>Tw Cen MT Condensed</vt:lpstr>
      <vt:lpstr>Wingdings 3</vt:lpstr>
      <vt:lpstr>Integral</vt:lpstr>
      <vt:lpstr>BASS UNDERWRITERS  </vt:lpstr>
      <vt:lpstr>Carriers </vt:lpstr>
      <vt:lpstr>Radio de operacion</vt:lpstr>
      <vt:lpstr>Drivers / unidades</vt:lpstr>
      <vt:lpstr>Coberturas</vt:lpstr>
      <vt:lpstr>additional &amp; wos</vt:lpstr>
      <vt:lpstr>notes</vt:lpstr>
      <vt:lpstr>Contactos via 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Paramount </dc:title>
  <dc:creator>pp</dc:creator>
  <cp:lastModifiedBy>pp</cp:lastModifiedBy>
  <cp:revision>8</cp:revision>
  <dcterms:created xsi:type="dcterms:W3CDTF">2025-05-27T17:49:18Z</dcterms:created>
  <dcterms:modified xsi:type="dcterms:W3CDTF">2025-10-09T21:01:50Z</dcterms:modified>
</cp:coreProperties>
</file>