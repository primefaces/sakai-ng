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990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8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790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2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4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9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03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9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13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FE49EE4-6040-463F-97DF-260D747930E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261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MX" sz="13800" dirty="0" smtClean="0"/>
              <a:t>QEO </a:t>
            </a:r>
            <a:endParaRPr lang="en-US" sz="13800" dirty="0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174" y="5543689"/>
            <a:ext cx="2448106" cy="1222871"/>
          </a:xfrm>
          <a:prstGeom prst="rect">
            <a:avLst/>
          </a:prstGeom>
        </p:spPr>
      </p:pic>
      <p:pic>
        <p:nvPicPr>
          <p:cNvPr id="5" name="Picture 6" descr="QEO on the App St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500" y1="38333" x2="64167" y2="36500"/>
                        <a14:foregroundMark x1="63917" y1="59167" x2="35667" y2="60667"/>
                        <a14:foregroundMark x1="35917" y1="37500" x2="35667" y2="60833"/>
                        <a14:foregroundMark x1="63833" y1="37333" x2="64000" y2="37333"/>
                        <a14:foregroundMark x1="64000" y1="37333" x2="64083" y2="37167"/>
                        <a14:foregroundMark x1="64083" y1="37167" x2="63917" y2="58667"/>
                        <a14:foregroundMark x1="60250" y1="51333" x2="37500" y2="46333"/>
                        <a14:foregroundMark x1="38667" y1="54000" x2="61833" y2="54333"/>
                        <a14:foregroundMark x1="44500" y1="41167" x2="60917" y2="4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174" y="4960137"/>
            <a:ext cx="2537720" cy="98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98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>
                <a:solidFill>
                  <a:srgbClr val="FF0000"/>
                </a:solidFill>
              </a:rPr>
              <a:t>Carriers</a:t>
            </a:r>
            <a:r>
              <a:rPr lang="es-MX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AutoShape 2" descr="QEO on the App 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QEO on the App Sto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413" y="4927601"/>
            <a:ext cx="3864533" cy="1930400"/>
          </a:xfrm>
        </p:spPr>
      </p:pic>
      <p:pic>
        <p:nvPicPr>
          <p:cNvPr id="1030" name="Picture 6" descr="QEO on the App St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500" y1="38333" x2="64167" y2="36500"/>
                        <a14:foregroundMark x1="63917" y1="59167" x2="35667" y2="60667"/>
                        <a14:foregroundMark x1="35917" y1="37500" x2="35667" y2="60833"/>
                        <a14:foregroundMark x1="63833" y1="37333" x2="64000" y2="37333"/>
                        <a14:foregroundMark x1="64000" y1="37333" x2="64083" y2="37167"/>
                        <a14:foregroundMark x1="64083" y1="37167" x2="63917" y2="58667"/>
                        <a14:foregroundMark x1="60250" y1="51333" x2="37500" y2="46333"/>
                        <a14:foregroundMark x1="38667" y1="54000" x2="61833" y2="54333"/>
                        <a14:foregroundMark x1="44500" y1="41167" x2="60917" y2="4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19" y="3332480"/>
            <a:ext cx="4338320" cy="21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05280" y="2963148"/>
            <a:ext cx="52229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800" dirty="0" smtClean="0">
                <a:solidFill>
                  <a:srgbClr val="FF0000"/>
                </a:solidFill>
              </a:rPr>
              <a:t>Clear blue </a:t>
            </a:r>
            <a:endParaRPr lang="en-US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37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solidFill>
                  <a:srgbClr val="FF0000"/>
                </a:solidFill>
              </a:rPr>
              <a:t>Radio de </a:t>
            </a:r>
            <a:r>
              <a:rPr lang="es-MX" dirty="0" err="1" smtClean="0">
                <a:solidFill>
                  <a:srgbClr val="FF0000"/>
                </a:solidFill>
              </a:rPr>
              <a:t>operacion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Interstate</a:t>
            </a:r>
            <a:r>
              <a:rPr lang="es-MX" dirty="0" smtClean="0"/>
              <a:t> &amp; </a:t>
            </a:r>
            <a:r>
              <a:rPr lang="es-MX" dirty="0" err="1" smtClean="0"/>
              <a:t>intrastate</a:t>
            </a:r>
            <a:r>
              <a:rPr lang="es-MX" dirty="0" smtClean="0"/>
              <a:t> </a:t>
            </a:r>
          </a:p>
          <a:p>
            <a:endParaRPr lang="es-MX" dirty="0"/>
          </a:p>
          <a:p>
            <a:endParaRPr lang="en-US" dirty="0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413" y="4927601"/>
            <a:ext cx="3864533" cy="1930400"/>
          </a:xfrm>
          <a:prstGeom prst="rect">
            <a:avLst/>
          </a:prstGeom>
        </p:spPr>
      </p:pic>
      <p:pic>
        <p:nvPicPr>
          <p:cNvPr id="6" name="Picture 6" descr="QEO on the App St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500" y1="38333" x2="64167" y2="36500"/>
                        <a14:foregroundMark x1="63917" y1="59167" x2="35667" y2="60667"/>
                        <a14:foregroundMark x1="35917" y1="37500" x2="35667" y2="60833"/>
                        <a14:foregroundMark x1="63833" y1="37333" x2="64000" y2="37333"/>
                        <a14:foregroundMark x1="64000" y1="37333" x2="64083" y2="37167"/>
                        <a14:foregroundMark x1="64083" y1="37167" x2="63917" y2="58667"/>
                        <a14:foregroundMark x1="60250" y1="51333" x2="37500" y2="46333"/>
                        <a14:foregroundMark x1="38667" y1="54000" x2="61833" y2="54333"/>
                        <a14:foregroundMark x1="44500" y1="41167" x2="60917" y2="4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19" y="3332480"/>
            <a:ext cx="4338320" cy="21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2742381"/>
            <a:ext cx="6509640" cy="3841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61760" y="585216"/>
            <a:ext cx="52729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Ubicaciones de estacionamiento aceptables</a:t>
            </a:r>
            <a:r>
              <a:rPr lang="es-ES" dirty="0" smtClean="0"/>
              <a:t>:</a:t>
            </a:r>
          </a:p>
          <a:p>
            <a:r>
              <a:rPr lang="es-ES" dirty="0" smtClean="0"/>
              <a:t> </a:t>
            </a:r>
            <a:r>
              <a:rPr lang="es-ES" dirty="0"/>
              <a:t>Texas, Oklahoma, Arkansas, Arizona y Misisipi. </a:t>
            </a:r>
            <a:endParaRPr lang="es-ES" dirty="0" smtClean="0"/>
          </a:p>
          <a:p>
            <a:r>
              <a:rPr lang="es-ES" dirty="0" smtClean="0"/>
              <a:t>Radio </a:t>
            </a:r>
            <a:r>
              <a:rPr lang="es-ES" dirty="0"/>
              <a:t>aceptable: El 90 % del total de millas </a:t>
            </a:r>
            <a:r>
              <a:rPr lang="es-ES" dirty="0" smtClean="0"/>
              <a:t>recorridas</a:t>
            </a:r>
          </a:p>
          <a:p>
            <a:r>
              <a:rPr lang="es-ES" dirty="0" smtClean="0"/>
              <a:t> </a:t>
            </a:r>
            <a:r>
              <a:rPr lang="es-ES" dirty="0"/>
              <a:t>al año debe estar en los estados marcados con una </a:t>
            </a:r>
            <a:r>
              <a:rPr lang="es-ES" dirty="0" smtClean="0"/>
              <a:t>X</a:t>
            </a:r>
          </a:p>
          <a:p>
            <a:r>
              <a:rPr lang="es-ES" dirty="0" smtClean="0"/>
              <a:t> </a:t>
            </a:r>
            <a:r>
              <a:rPr lang="es-ES" dirty="0"/>
              <a:t>azul en el mapa de </a:t>
            </a:r>
            <a:r>
              <a:rPr lang="es-ES" dirty="0" err="1"/>
              <a:t>ClearBlue</a:t>
            </a:r>
            <a:r>
              <a:rPr lang="es-E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40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Según nuestras pautas para conductores, todos los conductores de clase A deben tener al menos 25 años de edad</a:t>
            </a:r>
            <a:r>
              <a:rPr lang="es-ES" dirty="0" smtClean="0">
                <a:solidFill>
                  <a:srgbClr val="FF0000"/>
                </a:solidFill>
              </a:rPr>
              <a:t>. Con identificación de EUA, no aceptan pasaporte ni licencia de otro país. En caso que no conduzcan 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Clear Blue lo </a:t>
            </a:r>
            <a:r>
              <a:rPr lang="es-ES" dirty="0" err="1">
                <a:solidFill>
                  <a:srgbClr val="FF0000"/>
                </a:solidFill>
              </a:rPr>
              <a:t>maximo</a:t>
            </a:r>
            <a:r>
              <a:rPr lang="es-ES" dirty="0">
                <a:solidFill>
                  <a:srgbClr val="FF0000"/>
                </a:solidFill>
              </a:rPr>
              <a:t> Edad es 72 anos acorde </a:t>
            </a:r>
            <a:r>
              <a:rPr lang="es-ES" dirty="0" smtClean="0">
                <a:solidFill>
                  <a:srgbClr val="FF0000"/>
                </a:solidFill>
              </a:rPr>
              <a:t>Angie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we </a:t>
            </a:r>
            <a:r>
              <a:rPr lang="en-US" dirty="0">
                <a:solidFill>
                  <a:srgbClr val="002060"/>
                </a:solidFill>
              </a:rPr>
              <a:t>do not </a:t>
            </a:r>
            <a:r>
              <a:rPr lang="en-US" dirty="0" smtClean="0">
                <a:solidFill>
                  <a:srgbClr val="002060"/>
                </a:solidFill>
              </a:rPr>
              <a:t>write </a:t>
            </a:r>
            <a:r>
              <a:rPr lang="en-US" dirty="0">
                <a:solidFill>
                  <a:srgbClr val="002060"/>
                </a:solidFill>
              </a:rPr>
              <a:t>tow trucks </a:t>
            </a:r>
            <a:endParaRPr lang="en-US" dirty="0" smtClean="0">
              <a:solidFill>
                <a:srgbClr val="002060"/>
              </a:solidFill>
            </a:endParaRPr>
          </a:p>
          <a:p>
            <a:r>
              <a:rPr lang="es-ES" sz="2000" dirty="0">
                <a:solidFill>
                  <a:srgbClr val="FF0000"/>
                </a:solidFill>
              </a:rPr>
              <a:t>Las normas de nuestra empresa exigen que los conductores tengan licencia </a:t>
            </a:r>
          </a:p>
          <a:p>
            <a:r>
              <a:rPr lang="es-ES" sz="2000" dirty="0" smtClean="0">
                <a:solidFill>
                  <a:srgbClr val="FF0000"/>
                </a:solidFill>
              </a:rPr>
              <a:t>de </a:t>
            </a:r>
            <a:r>
              <a:rPr lang="es-ES" sz="2000" dirty="0">
                <a:solidFill>
                  <a:srgbClr val="FF0000"/>
                </a:solidFill>
              </a:rPr>
              <a:t>conducir comercial (CDL) para cualquier vehículo con un peso bruto </a:t>
            </a:r>
            <a:endParaRPr lang="es-ES" sz="2000" dirty="0" smtClean="0">
              <a:solidFill>
                <a:srgbClr val="FF0000"/>
              </a:solidFill>
            </a:endParaRPr>
          </a:p>
          <a:p>
            <a:r>
              <a:rPr lang="es-ES" sz="2000" dirty="0" smtClean="0">
                <a:solidFill>
                  <a:srgbClr val="FF0000"/>
                </a:solidFill>
              </a:rPr>
              <a:t>vehicular </a:t>
            </a:r>
            <a:r>
              <a:rPr lang="es-ES" sz="2000" dirty="0">
                <a:solidFill>
                  <a:srgbClr val="FF0000"/>
                </a:solidFill>
              </a:rPr>
              <a:t>(GVW) superior a 20,000. </a:t>
            </a:r>
            <a:endParaRPr lang="es-ES" sz="20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002060"/>
                </a:solidFill>
              </a:rPr>
              <a:t>mga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accept trailer to haul </a:t>
            </a:r>
            <a:r>
              <a:rPr lang="en-US" dirty="0" smtClean="0">
                <a:solidFill>
                  <a:srgbClr val="002060"/>
                </a:solidFill>
              </a:rPr>
              <a:t>water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413" y="4927601"/>
            <a:ext cx="3864533" cy="1930400"/>
          </a:xfrm>
          <a:prstGeom prst="rect">
            <a:avLst/>
          </a:prstGeom>
        </p:spPr>
      </p:pic>
      <p:pic>
        <p:nvPicPr>
          <p:cNvPr id="6" name="Picture 6" descr="QEO on the App St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500" y1="38333" x2="64167" y2="36500"/>
                        <a14:foregroundMark x1="63917" y1="59167" x2="35667" y2="60667"/>
                        <a14:foregroundMark x1="35917" y1="37500" x2="35667" y2="60833"/>
                        <a14:foregroundMark x1="63833" y1="37333" x2="64000" y2="37333"/>
                        <a14:foregroundMark x1="64000" y1="37333" x2="64083" y2="37167"/>
                        <a14:foregroundMark x1="64083" y1="37167" x2="63917" y2="58667"/>
                        <a14:foregroundMark x1="60250" y1="51333" x2="37500" y2="46333"/>
                        <a14:foregroundMark x1="38667" y1="54000" x2="61833" y2="54333"/>
                        <a14:foregroundMark x1="44500" y1="41167" x2="60917" y2="4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19" y="3332480"/>
            <a:ext cx="4338320" cy="21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19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   500,000 / 750,000 / 1 M</a:t>
            </a:r>
          </a:p>
          <a:p>
            <a:r>
              <a:rPr lang="es-MX" dirty="0" smtClean="0"/>
              <a:t>MTC 100,000</a:t>
            </a:r>
          </a:p>
          <a:p>
            <a:r>
              <a:rPr lang="es-MX" dirty="0" smtClean="0"/>
              <a:t>PD TIV  ELLOS TE DAN EL VALOR SEGÚN LO QUE ESTE EN EL LIBRO AZUL </a:t>
            </a:r>
          </a:p>
          <a:p>
            <a:r>
              <a:rPr lang="es-MX" dirty="0" smtClean="0"/>
              <a:t>GL 2M </a:t>
            </a:r>
          </a:p>
          <a:p>
            <a:r>
              <a:rPr lang="es-MX" dirty="0" smtClean="0"/>
              <a:t>TI</a:t>
            </a:r>
          </a:p>
          <a:p>
            <a:r>
              <a:rPr lang="es-MX" dirty="0" smtClean="0"/>
              <a:t>REEFER </a:t>
            </a:r>
          </a:p>
          <a:p>
            <a:endParaRPr lang="en-US" dirty="0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413" y="4927601"/>
            <a:ext cx="3864533" cy="1930400"/>
          </a:xfrm>
          <a:prstGeom prst="rect">
            <a:avLst/>
          </a:prstGeom>
        </p:spPr>
      </p:pic>
      <p:pic>
        <p:nvPicPr>
          <p:cNvPr id="6" name="Picture 6" descr="QEO on the App St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500" y1="38333" x2="64167" y2="36500"/>
                        <a14:foregroundMark x1="63917" y1="59167" x2="35667" y2="60667"/>
                        <a14:foregroundMark x1="35917" y1="37500" x2="35667" y2="60833"/>
                        <a14:foregroundMark x1="63833" y1="37333" x2="64000" y2="37333"/>
                        <a14:foregroundMark x1="64000" y1="37333" x2="64083" y2="37167"/>
                        <a14:foregroundMark x1="64083" y1="37167" x2="63917" y2="58667"/>
                        <a14:foregroundMark x1="60250" y1="51333" x2="37500" y2="46333"/>
                        <a14:foregroundMark x1="38667" y1="54000" x2="61833" y2="54333"/>
                        <a14:foregroundMark x1="44500" y1="41167" x2="60917" y2="4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19" y="3332480"/>
            <a:ext cx="4338320" cy="21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99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Tipos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737360"/>
            <a:ext cx="9720073" cy="4795520"/>
          </a:xfrm>
        </p:spPr>
        <p:txBody>
          <a:bodyPr>
            <a:normAutofit/>
          </a:bodyPr>
          <a:lstStyle/>
          <a:p>
            <a:r>
              <a:rPr lang="es-MX" dirty="0" err="1" smtClean="0"/>
              <a:t>Sand</a:t>
            </a:r>
            <a:r>
              <a:rPr lang="es-MX" dirty="0" smtClean="0"/>
              <a:t> &amp; </a:t>
            </a:r>
            <a:r>
              <a:rPr lang="es-MX" dirty="0" err="1" smtClean="0"/>
              <a:t>gravel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Garbage</a:t>
            </a:r>
            <a:endParaRPr lang="es-MX" dirty="0" smtClean="0"/>
          </a:p>
          <a:p>
            <a:r>
              <a:rPr lang="es-MX" dirty="0" err="1" smtClean="0"/>
              <a:t>Mixer</a:t>
            </a:r>
            <a:endParaRPr lang="es-MX" dirty="0" smtClean="0"/>
          </a:p>
          <a:p>
            <a:r>
              <a:rPr lang="es-MX" dirty="0" err="1" smtClean="0"/>
              <a:t>Dryvan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Flatbed</a:t>
            </a:r>
            <a:endParaRPr lang="es-MX" dirty="0" smtClean="0"/>
          </a:p>
          <a:p>
            <a:r>
              <a:rPr lang="es-MX" dirty="0" err="1" smtClean="0"/>
              <a:t>Reefer</a:t>
            </a:r>
            <a:endParaRPr lang="es-MX" dirty="0"/>
          </a:p>
          <a:p>
            <a:r>
              <a:rPr lang="es-MX" dirty="0" smtClean="0"/>
              <a:t>Concrete</a:t>
            </a:r>
          </a:p>
          <a:p>
            <a:r>
              <a:rPr lang="de-DE" dirty="0"/>
              <a:t>ASPHALT (NON-MIX IN TRANSIT) </a:t>
            </a:r>
            <a:r>
              <a:rPr lang="de-DE" dirty="0" smtClean="0"/>
              <a:t>TRANSPORT</a:t>
            </a:r>
          </a:p>
          <a:p>
            <a:r>
              <a:rPr lang="en-US" dirty="0"/>
              <a:t>mulch &amp; scrap metal</a:t>
            </a:r>
            <a:r>
              <a:rPr lang="en-US" dirty="0" smtClean="0"/>
              <a:t>. </a:t>
            </a:r>
            <a:endParaRPr lang="es-MX" dirty="0" smtClean="0"/>
          </a:p>
        </p:txBody>
      </p:sp>
    </p:spTree>
    <p:extLst>
      <p:ext uri="{BB962C8B-B14F-4D97-AF65-F5344CB8AC3E}">
        <p14:creationId xmlns:p14="http://schemas.microsoft.com/office/powerpoint/2010/main" val="1420943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additional</a:t>
            </a:r>
            <a:r>
              <a:rPr lang="es-MX" dirty="0"/>
              <a:t> &amp; </a:t>
            </a:r>
            <a:r>
              <a:rPr lang="es-MX" dirty="0" err="1"/>
              <a:t>wos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1 ADD &amp; WOS $50 C/U </a:t>
            </a:r>
          </a:p>
          <a:p>
            <a:endParaRPr lang="es-MX" dirty="0"/>
          </a:p>
          <a:p>
            <a:r>
              <a:rPr lang="es-MX" dirty="0" smtClean="0"/>
              <a:t>1 BLANQUET ADD &amp; WOS $100 C/U </a:t>
            </a:r>
          </a:p>
          <a:p>
            <a:endParaRPr lang="en-US" dirty="0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413" y="4927601"/>
            <a:ext cx="3864533" cy="1930400"/>
          </a:xfrm>
          <a:prstGeom prst="rect">
            <a:avLst/>
          </a:prstGeom>
        </p:spPr>
      </p:pic>
      <p:pic>
        <p:nvPicPr>
          <p:cNvPr id="6" name="Picture 6" descr="QEO on the App St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500" y1="38333" x2="64167" y2="36500"/>
                        <a14:foregroundMark x1="63917" y1="59167" x2="35667" y2="60667"/>
                        <a14:foregroundMark x1="35917" y1="37500" x2="35667" y2="60833"/>
                        <a14:foregroundMark x1="63833" y1="37333" x2="64000" y2="37333"/>
                        <a14:foregroundMark x1="64000" y1="37333" x2="64083" y2="37167"/>
                        <a14:foregroundMark x1="64083" y1="37167" x2="63917" y2="58667"/>
                        <a14:foregroundMark x1="60250" y1="51333" x2="37500" y2="46333"/>
                        <a14:foregroundMark x1="38667" y1="54000" x2="61833" y2="54333"/>
                        <a14:foregroundMark x1="44500" y1="41167" x2="60917" y2="4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19" y="3332480"/>
            <a:ext cx="4338320" cy="21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62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Contactos </a:t>
            </a:r>
            <a:r>
              <a:rPr lang="es-MX" dirty="0" err="1"/>
              <a:t>via</a:t>
            </a:r>
            <a:r>
              <a:rPr lang="es-MX" dirty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 smtClean="0"/>
              <a:t>VIA EMAIL </a:t>
            </a:r>
          </a:p>
          <a:p>
            <a:endParaRPr lang="es-MX" dirty="0"/>
          </a:p>
          <a:p>
            <a:r>
              <a:rPr lang="es-MX" dirty="0" smtClean="0"/>
              <a:t>SE MANDAN DOC EXTRAS </a:t>
            </a:r>
          </a:p>
          <a:p>
            <a:endParaRPr lang="es-MX" dirty="0"/>
          </a:p>
          <a:p>
            <a:r>
              <a:rPr lang="es-MX" dirty="0" smtClean="0"/>
              <a:t>500 DOLARES ADELANTADOS</a:t>
            </a:r>
          </a:p>
          <a:p>
            <a:r>
              <a:rPr lang="es-MX" dirty="0" smtClean="0"/>
              <a:t>MVR </a:t>
            </a:r>
          </a:p>
          <a:p>
            <a:r>
              <a:rPr lang="es-MX" dirty="0" smtClean="0"/>
              <a:t>QUICK QUOTE</a:t>
            </a:r>
          </a:p>
          <a:p>
            <a:r>
              <a:rPr lang="es-MX" dirty="0" smtClean="0"/>
              <a:t>EXPERIENCIA DRIVERS &amp; OWNER</a:t>
            </a:r>
          </a:p>
          <a:p>
            <a:r>
              <a:rPr lang="es-MX" dirty="0" smtClean="0"/>
              <a:t>SUPLEMMENTAL APP </a:t>
            </a:r>
          </a:p>
          <a:p>
            <a:endParaRPr lang="en-US" dirty="0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413" y="4927601"/>
            <a:ext cx="3864533" cy="1930400"/>
          </a:xfrm>
          <a:prstGeom prst="rect">
            <a:avLst/>
          </a:prstGeom>
        </p:spPr>
      </p:pic>
      <p:pic>
        <p:nvPicPr>
          <p:cNvPr id="6" name="Picture 6" descr="QEO on the App St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500" y1="38333" x2="64167" y2="36500"/>
                        <a14:foregroundMark x1="63917" y1="59167" x2="35667" y2="60667"/>
                        <a14:foregroundMark x1="35917" y1="37500" x2="35667" y2="60833"/>
                        <a14:foregroundMark x1="63833" y1="37333" x2="64000" y2="37333"/>
                        <a14:foregroundMark x1="64000" y1="37333" x2="64083" y2="37167"/>
                        <a14:foregroundMark x1="64083" y1="37167" x2="63917" y2="58667"/>
                        <a14:foregroundMark x1="60250" y1="51333" x2="37500" y2="46333"/>
                        <a14:foregroundMark x1="38667" y1="54000" x2="61833" y2="54333"/>
                        <a14:foregroundMark x1="44500" y1="41167" x2="60917" y2="4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19" y="3332480"/>
            <a:ext cx="4338320" cy="21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855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Custom 1">
      <a:dk1>
        <a:srgbClr val="FFFF00"/>
      </a:dk1>
      <a:lt1>
        <a:srgbClr val="FFC000"/>
      </a:lt1>
      <a:dk2>
        <a:srgbClr val="FFC000"/>
      </a:dk2>
      <a:lt2>
        <a:srgbClr val="E3DED1"/>
      </a:lt2>
      <a:accent1>
        <a:srgbClr val="FFFF00"/>
      </a:accent1>
      <a:accent2>
        <a:srgbClr val="FFFF00"/>
      </a:accent2>
      <a:accent3>
        <a:srgbClr val="E6D024"/>
      </a:accent3>
      <a:accent4>
        <a:srgbClr val="FFFF00"/>
      </a:accent4>
      <a:accent5>
        <a:srgbClr val="FFFF00"/>
      </a:accent5>
      <a:accent6>
        <a:srgbClr val="FFFF00"/>
      </a:accent6>
      <a:hlink>
        <a:srgbClr val="6B9F25"/>
      </a:hlink>
      <a:folHlink>
        <a:srgbClr val="FFFF0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46</TotalTime>
  <Words>246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QEO </vt:lpstr>
      <vt:lpstr>Carriers </vt:lpstr>
      <vt:lpstr>Radio de operacion</vt:lpstr>
      <vt:lpstr>Drivers / unidades</vt:lpstr>
      <vt:lpstr>Coberturas</vt:lpstr>
      <vt:lpstr>Tipos de negocio</vt:lpstr>
      <vt:lpstr>additional &amp; wos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Paramount </dc:title>
  <dc:creator>pp</dc:creator>
  <cp:lastModifiedBy>pp</cp:lastModifiedBy>
  <cp:revision>7</cp:revision>
  <dcterms:created xsi:type="dcterms:W3CDTF">2025-05-27T17:49:18Z</dcterms:created>
  <dcterms:modified xsi:type="dcterms:W3CDTF">2025-10-09T19:41:28Z</dcterms:modified>
</cp:coreProperties>
</file>