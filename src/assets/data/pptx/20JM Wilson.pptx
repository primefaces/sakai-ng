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0" r:id="rId4"/>
    <p:sldId id="257" r:id="rId5"/>
    <p:sldId id="258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617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31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780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052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114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638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103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96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689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203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941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612552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9492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2026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9261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3419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198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7880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err="1" smtClean="0"/>
              <a:t>Jm</a:t>
            </a:r>
            <a:r>
              <a:rPr lang="es-MX" dirty="0"/>
              <a:t> </a:t>
            </a:r>
            <a:r>
              <a:rPr lang="es-MX" dirty="0" err="1" smtClean="0"/>
              <a:t>wilson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804160" y="6167120"/>
            <a:ext cx="148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 smtClean="0"/>
              <a:t>Cat</a:t>
            </a:r>
            <a:r>
              <a:rPr lang="es-MX" dirty="0" smtClean="0"/>
              <a:t>           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7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CARRIER</a:t>
            </a:r>
            <a:br>
              <a:rPr lang="es-MX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3">
            <a:normAutofit fontScale="55000" lnSpcReduction="20000"/>
          </a:bodyPr>
          <a:lstStyle/>
          <a:p>
            <a:r>
              <a:rPr lang="en-US" b="1" dirty="0" smtClean="0"/>
              <a:t>Commercial </a:t>
            </a:r>
            <a:r>
              <a:rPr lang="en-US" b="1" dirty="0" err="1"/>
              <a:t>MarketsBinding</a:t>
            </a:r>
            <a:r>
              <a:rPr lang="en-US" dirty="0"/>
              <a:t>	</a:t>
            </a:r>
          </a:p>
          <a:p>
            <a:r>
              <a:rPr lang="en-US" dirty="0"/>
              <a:t>• Atlantic Casualty	• General Star	• Nautilus	</a:t>
            </a:r>
          </a:p>
          <a:p>
            <a:r>
              <a:rPr lang="en-US" dirty="0"/>
              <a:t>• AU Gold	• Hudson	• Penn Star	</a:t>
            </a:r>
          </a:p>
          <a:p>
            <a:r>
              <a:rPr lang="en-US" dirty="0"/>
              <a:t>• Burlington/IFG	• Investor Specialty Coverage	• PIE Insurance (work comp)	</a:t>
            </a:r>
          </a:p>
          <a:p>
            <a:r>
              <a:rPr lang="en-US" dirty="0"/>
              <a:t>• Centrex	• Lloyds of London	• Scottsdale/Nationwide	</a:t>
            </a:r>
          </a:p>
          <a:p>
            <a:r>
              <a:rPr lang="en-US" dirty="0"/>
              <a:t>• Colony	• Markel	• </a:t>
            </a:r>
            <a:r>
              <a:rPr lang="en-US" dirty="0" err="1"/>
              <a:t>Secura</a:t>
            </a:r>
            <a:r>
              <a:rPr lang="en-US" dirty="0"/>
              <a:t>	</a:t>
            </a:r>
          </a:p>
          <a:p>
            <a:r>
              <a:rPr lang="en-US" dirty="0"/>
              <a:t>• Core Specialty	• MUSIC/Mesa	• USLI	</a:t>
            </a:r>
          </a:p>
          <a:p>
            <a:r>
              <a:rPr lang="en-US" dirty="0"/>
              <a:t>• Founders	• National Fire &amp; Marine		</a:t>
            </a:r>
          </a:p>
          <a:p>
            <a:r>
              <a:rPr lang="en-US" b="1" dirty="0"/>
              <a:t>Brokerage</a:t>
            </a:r>
            <a:r>
              <a:rPr lang="en-US" dirty="0"/>
              <a:t>			</a:t>
            </a:r>
          </a:p>
          <a:p>
            <a:r>
              <a:rPr lang="en-US" dirty="0"/>
              <a:t>• Allianz	• </a:t>
            </a:r>
            <a:r>
              <a:rPr lang="en-US" dirty="0" err="1"/>
              <a:t>Freberg</a:t>
            </a:r>
            <a:r>
              <a:rPr lang="en-US" dirty="0"/>
              <a:t> Environmental	• McGowan Companies	</a:t>
            </a:r>
          </a:p>
          <a:p>
            <a:r>
              <a:rPr lang="en-US" dirty="0"/>
              <a:t>• Argo Pro	• General Star	• Nautilus	</a:t>
            </a:r>
          </a:p>
          <a:p>
            <a:r>
              <a:rPr lang="en-US" dirty="0"/>
              <a:t>• Axis Pro	• Great American	• </a:t>
            </a:r>
            <a:r>
              <a:rPr lang="en-US" dirty="0" err="1"/>
              <a:t>Proassurance</a:t>
            </a:r>
            <a:r>
              <a:rPr lang="en-US" dirty="0"/>
              <a:t>	</a:t>
            </a:r>
          </a:p>
          <a:p>
            <a:r>
              <a:rPr lang="en-US" dirty="0"/>
              <a:t>• Beazley	• Greenhill	• Specialty Global	</a:t>
            </a:r>
          </a:p>
          <a:p>
            <a:r>
              <a:rPr lang="en-US" dirty="0"/>
              <a:t>• Berkley Environmental	• </a:t>
            </a:r>
            <a:r>
              <a:rPr lang="en-US" dirty="0" err="1"/>
              <a:t>Hiscox</a:t>
            </a:r>
            <a:r>
              <a:rPr lang="en-US" dirty="0"/>
              <a:t>	• </a:t>
            </a:r>
            <a:r>
              <a:rPr lang="en-US" dirty="0" err="1"/>
              <a:t>Starstone</a:t>
            </a:r>
            <a:r>
              <a:rPr lang="en-US" dirty="0"/>
              <a:t>	</a:t>
            </a:r>
          </a:p>
          <a:p>
            <a:r>
              <a:rPr lang="en-US" dirty="0"/>
              <a:t>• Berkshire Hathaway	• Hudson	• </a:t>
            </a:r>
            <a:r>
              <a:rPr lang="en-US" dirty="0" err="1"/>
              <a:t>Tokio</a:t>
            </a:r>
            <a:r>
              <a:rPr lang="en-US" dirty="0"/>
              <a:t> Marine	</a:t>
            </a:r>
          </a:p>
          <a:p>
            <a:r>
              <a:rPr lang="en-US" dirty="0"/>
              <a:t>• BISA	• </a:t>
            </a:r>
            <a:r>
              <a:rPr lang="en-US" dirty="0" err="1"/>
              <a:t>Huntersure</a:t>
            </a:r>
            <a:r>
              <a:rPr lang="en-US" dirty="0"/>
              <a:t>	• Vela	</a:t>
            </a:r>
          </a:p>
          <a:p>
            <a:r>
              <a:rPr lang="en-US" dirty="0"/>
              <a:t>• BRS of Ohio	• JLT Re	• </a:t>
            </a:r>
            <a:r>
              <a:rPr lang="en-US" dirty="0" err="1"/>
              <a:t>Verus</a:t>
            </a:r>
            <a:r>
              <a:rPr lang="en-US" dirty="0"/>
              <a:t>	</a:t>
            </a:r>
          </a:p>
          <a:p>
            <a:r>
              <a:rPr lang="en-US" dirty="0"/>
              <a:t>• Burlington Insurance	• Liberty International	• Victor </a:t>
            </a:r>
            <a:r>
              <a:rPr lang="en-US" dirty="0" err="1"/>
              <a:t>O’Schinnerer</a:t>
            </a:r>
            <a:r>
              <a:rPr lang="en-US" dirty="0"/>
              <a:t>	</a:t>
            </a:r>
          </a:p>
          <a:p>
            <a:r>
              <a:rPr lang="en-US" dirty="0"/>
              <a:t>• Capital Specialty	• </a:t>
            </a:r>
            <a:r>
              <a:rPr lang="en-US" dirty="0" err="1"/>
              <a:t>Kinsale</a:t>
            </a:r>
            <a:r>
              <a:rPr lang="en-US" dirty="0"/>
              <a:t>	• Westchester	</a:t>
            </a:r>
          </a:p>
          <a:p>
            <a:r>
              <a:rPr lang="en-US" dirty="0"/>
              <a:t>• CFC Underwriting	• Markel	• WKF&amp;C	</a:t>
            </a:r>
          </a:p>
          <a:p>
            <a:r>
              <a:rPr lang="en-US" b="1" dirty="0"/>
              <a:t>Marine</a:t>
            </a:r>
            <a:r>
              <a:rPr lang="en-US" dirty="0"/>
              <a:t>			</a:t>
            </a:r>
          </a:p>
          <a:p>
            <a:r>
              <a:rPr lang="en-US" dirty="0"/>
              <a:t>• Atlantic Casualty	• Markel	• RLI	</a:t>
            </a:r>
          </a:p>
          <a:p>
            <a:r>
              <a:rPr lang="en-US" dirty="0"/>
              <a:t>• Allianz (Cargo only)	• Markel American	• WQIS - Vessel Pollution	</a:t>
            </a:r>
          </a:p>
          <a:p>
            <a:r>
              <a:rPr lang="en-US" dirty="0"/>
              <a:t>• Great American			</a:t>
            </a:r>
          </a:p>
          <a:p>
            <a:r>
              <a:rPr lang="en-US" b="1" dirty="0"/>
              <a:t>Transportation</a:t>
            </a:r>
            <a:r>
              <a:rPr lang="en-US" dirty="0"/>
              <a:t>			</a:t>
            </a:r>
          </a:p>
          <a:p>
            <a:r>
              <a:rPr lang="en-US" dirty="0"/>
              <a:t>• ACE/Westchester	• Crum &amp; Forster	• Lloyds of London	</a:t>
            </a:r>
          </a:p>
          <a:p>
            <a:r>
              <a:rPr lang="en-US" dirty="0"/>
              <a:t>• Arch/</a:t>
            </a:r>
            <a:r>
              <a:rPr lang="en-US" dirty="0" err="1"/>
              <a:t>Freberg</a:t>
            </a:r>
            <a:r>
              <a:rPr lang="en-US" dirty="0"/>
              <a:t>	• Great American	• National Indemnity	</a:t>
            </a:r>
          </a:p>
          <a:p>
            <a:r>
              <a:rPr lang="en-US" dirty="0"/>
              <a:t>• Berkley	• IAT	• Northland	</a:t>
            </a:r>
          </a:p>
          <a:p>
            <a:r>
              <a:rPr lang="en-US" dirty="0"/>
              <a:t>• Canal	• Lancer	• PIE Insurance (work comp)	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798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COBERTURAS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 smtClean="0"/>
              <a:t>Liability</a:t>
            </a:r>
            <a:r>
              <a:rPr lang="es-MX" dirty="0" smtClean="0"/>
              <a:t> </a:t>
            </a:r>
          </a:p>
          <a:p>
            <a:r>
              <a:rPr lang="es-MX" dirty="0" err="1" smtClean="0"/>
              <a:t>Mtc</a:t>
            </a:r>
            <a:r>
              <a:rPr lang="es-MX" dirty="0" smtClean="0"/>
              <a:t> </a:t>
            </a:r>
          </a:p>
          <a:p>
            <a:r>
              <a:rPr lang="es-MX" dirty="0" smtClean="0"/>
              <a:t>Pd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282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TIPO DE NEGOCIO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3"/>
          <a:lstStyle/>
          <a:p>
            <a:r>
              <a:rPr lang="en-US" dirty="0"/>
              <a:t>• Auto Haulers • Flatbed Haulers • Refrigerated Freight</a:t>
            </a:r>
          </a:p>
          <a:p>
            <a:r>
              <a:rPr lang="en-US" dirty="0"/>
              <a:t>• Dry Freight • Hazardous Cargo • Sand &amp; Gravel Haulers</a:t>
            </a:r>
          </a:p>
          <a:p>
            <a:r>
              <a:rPr lang="en-US" dirty="0"/>
              <a:t>• Dump Trucks • Livestock Haulers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832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RADIO OPERACION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 smtClean="0"/>
              <a:t>Intra</a:t>
            </a:r>
            <a:r>
              <a:rPr lang="es-MX" dirty="0" smtClean="0"/>
              <a:t> &amp; inter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779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Drivers / unidades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25-65 </a:t>
            </a:r>
            <a:r>
              <a:rPr lang="es-MX" dirty="0" err="1" smtClean="0"/>
              <a:t>years</a:t>
            </a:r>
            <a:endParaRPr lang="es-MX" dirty="0" smtClean="0"/>
          </a:p>
          <a:p>
            <a:r>
              <a:rPr lang="es-MX" dirty="0" smtClean="0"/>
              <a:t>+ 2 </a:t>
            </a:r>
            <a:r>
              <a:rPr lang="es-MX" dirty="0" err="1" smtClean="0"/>
              <a:t>years</a:t>
            </a:r>
            <a:r>
              <a:rPr lang="es-MX" dirty="0" smtClean="0"/>
              <a:t> </a:t>
            </a:r>
          </a:p>
          <a:p>
            <a:endParaRPr lang="es-MX" dirty="0"/>
          </a:p>
          <a:p>
            <a:endParaRPr lang="es-MX" dirty="0" smtClean="0"/>
          </a:p>
          <a:p>
            <a:endParaRPr lang="es-MX" dirty="0"/>
          </a:p>
          <a:p>
            <a:endParaRPr lang="es-MX" dirty="0" smtClean="0"/>
          </a:p>
          <a:p>
            <a:r>
              <a:rPr lang="es-MX" dirty="0" smtClean="0"/>
              <a:t>New </a:t>
            </a:r>
            <a:r>
              <a:rPr lang="es-MX" dirty="0" err="1" smtClean="0"/>
              <a:t>venture</a:t>
            </a:r>
            <a:r>
              <a:rPr lang="es-MX" dirty="0" smtClean="0"/>
              <a:t> &amp; </a:t>
            </a:r>
            <a:r>
              <a:rPr lang="es-MX" dirty="0" err="1" smtClean="0"/>
              <a:t>renewal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523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Contactos </a:t>
            </a:r>
            <a:r>
              <a:rPr lang="es-MX" dirty="0" err="1" smtClean="0"/>
              <a:t>via</a:t>
            </a:r>
            <a:r>
              <a:rPr lang="es-MX" dirty="0" smtClean="0"/>
              <a:t> email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005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7</TotalTime>
  <Words>60</Words>
  <Application>Microsoft Office PowerPoint</Application>
  <PresentationFormat>Widescreen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</vt:lpstr>
      <vt:lpstr>Jm wilson</vt:lpstr>
      <vt:lpstr>CARRIER </vt:lpstr>
      <vt:lpstr>COBERTURAS</vt:lpstr>
      <vt:lpstr>TIPO DE NEGOCIO</vt:lpstr>
      <vt:lpstr>RADIO OPERACION</vt:lpstr>
      <vt:lpstr>Drivers / unidades</vt:lpstr>
      <vt:lpstr>Contactos via email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pp</dc:creator>
  <cp:lastModifiedBy>pp</cp:lastModifiedBy>
  <cp:revision>2</cp:revision>
  <dcterms:created xsi:type="dcterms:W3CDTF">2025-10-10T19:04:32Z</dcterms:created>
  <dcterms:modified xsi:type="dcterms:W3CDTF">2025-10-15T19:41:13Z</dcterms:modified>
</cp:coreProperties>
</file>