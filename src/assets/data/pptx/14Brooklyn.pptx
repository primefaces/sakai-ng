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1" r:id="rId3"/>
    <p:sldId id="260" r:id="rId4"/>
    <p:sldId id="257" r:id="rId5"/>
    <p:sldId id="258" r:id="rId6"/>
    <p:sldId id="259" r:id="rId7"/>
    <p:sldId id="263" r:id="rId8"/>
    <p:sldId id="264" r:id="rId9"/>
    <p:sldId id="262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78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559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27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8836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31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78742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65661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721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99683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334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392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9458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80075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70589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28512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9355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7375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061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9165E1E7-EB87-4974-9CEB-8A6945AF0CBB}" type="datetimeFigureOut">
              <a:rPr lang="en-US" smtClean="0"/>
              <a:t>10/13/2025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AFB12C89-2491-44DE-BC24-4AB39B4537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1134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Brooklyn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 smtClean="0"/>
              <a:t>Clase 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57647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CARRIER</a:t>
            </a:r>
            <a:br>
              <a:rPr lang="es-MX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Brooklyn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47987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COBERTURAS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numCol="2"/>
          <a:lstStyle/>
          <a:p>
            <a:r>
              <a:rPr lang="en-US" b="1" dirty="0"/>
              <a:t>Liability Coverage</a:t>
            </a:r>
            <a:endParaRPr lang="en-US" dirty="0" smtClean="0"/>
          </a:p>
          <a:p>
            <a:r>
              <a:rPr lang="en-US" dirty="0" smtClean="0"/>
              <a:t>$ </a:t>
            </a:r>
            <a:r>
              <a:rPr lang="en-US" dirty="0"/>
              <a:t>750,000 CSL</a:t>
            </a:r>
          </a:p>
          <a:p>
            <a:r>
              <a:rPr lang="en-US" dirty="0"/>
              <a:t>$1,000,000 </a:t>
            </a:r>
            <a:r>
              <a:rPr lang="en-US" dirty="0" smtClean="0"/>
              <a:t>CSL</a:t>
            </a:r>
            <a:endParaRPr lang="es-MX" dirty="0"/>
          </a:p>
          <a:p>
            <a:r>
              <a:rPr lang="es-MX" b="1" dirty="0" err="1" smtClean="0"/>
              <a:t>Umm</a:t>
            </a:r>
            <a:endParaRPr lang="es-MX" b="1" dirty="0" smtClean="0"/>
          </a:p>
          <a:p>
            <a:r>
              <a:rPr lang="en-US" b="1" dirty="0"/>
              <a:t>Hired Auto &amp; Non-Ownership </a:t>
            </a:r>
            <a:r>
              <a:rPr lang="en-US" b="1" dirty="0" smtClean="0"/>
              <a:t>Liability</a:t>
            </a:r>
          </a:p>
          <a:p>
            <a:r>
              <a:rPr lang="en-US" b="1" dirty="0"/>
              <a:t>Personal Injury Protection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62827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TIPO DE NEGOCIO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MX" dirty="0" err="1" smtClean="0"/>
              <a:t>Flatbed</a:t>
            </a:r>
            <a:r>
              <a:rPr lang="es-MX" dirty="0" smtClean="0"/>
              <a:t> </a:t>
            </a:r>
          </a:p>
          <a:p>
            <a:r>
              <a:rPr lang="es-MX" dirty="0" err="1" smtClean="0"/>
              <a:t>Dry</a:t>
            </a:r>
            <a:r>
              <a:rPr lang="es-MX" dirty="0" smtClean="0"/>
              <a:t> van </a:t>
            </a:r>
          </a:p>
          <a:p>
            <a:r>
              <a:rPr lang="es-MX" dirty="0" err="1" smtClean="0"/>
              <a:t>Reefer</a:t>
            </a:r>
            <a:r>
              <a:rPr lang="es-MX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0883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RADIO OPERACION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 numCol="2">
            <a:normAutofit fontScale="77500" lnSpcReduction="20000"/>
          </a:bodyPr>
          <a:lstStyle/>
          <a:p>
            <a:r>
              <a:rPr lang="en-US" b="1" dirty="0"/>
              <a:t>‐ States Currently Writing In</a:t>
            </a:r>
          </a:p>
          <a:p>
            <a:r>
              <a:rPr lang="en-US" b="1" dirty="0"/>
              <a:t>A. </a:t>
            </a:r>
            <a:r>
              <a:rPr lang="en-US" dirty="0"/>
              <a:t>Florida</a:t>
            </a:r>
          </a:p>
          <a:p>
            <a:r>
              <a:rPr lang="en-US" b="1" dirty="0"/>
              <a:t>B. </a:t>
            </a:r>
            <a:r>
              <a:rPr lang="en-US" dirty="0"/>
              <a:t>Texas</a:t>
            </a:r>
          </a:p>
          <a:p>
            <a:r>
              <a:rPr lang="en-US" b="1" dirty="0"/>
              <a:t>C. </a:t>
            </a:r>
            <a:r>
              <a:rPr lang="en-US" dirty="0"/>
              <a:t>Ohio</a:t>
            </a:r>
          </a:p>
          <a:p>
            <a:r>
              <a:rPr lang="en-US" b="1" dirty="0"/>
              <a:t>D. </a:t>
            </a:r>
            <a:r>
              <a:rPr lang="en-US" dirty="0"/>
              <a:t>Pennsylvania</a:t>
            </a:r>
          </a:p>
          <a:p>
            <a:r>
              <a:rPr lang="en-US" b="1" dirty="0"/>
              <a:t>E. </a:t>
            </a:r>
            <a:r>
              <a:rPr lang="en-US" dirty="0"/>
              <a:t>Washington</a:t>
            </a:r>
          </a:p>
          <a:p>
            <a:r>
              <a:rPr lang="en-US" b="1" dirty="0"/>
              <a:t>F. </a:t>
            </a:r>
            <a:r>
              <a:rPr lang="en-US" dirty="0"/>
              <a:t>Illinois</a:t>
            </a:r>
          </a:p>
          <a:p>
            <a:r>
              <a:rPr lang="en-US" b="1" dirty="0"/>
              <a:t>G. </a:t>
            </a:r>
            <a:r>
              <a:rPr lang="en-US" dirty="0"/>
              <a:t>Oregon</a:t>
            </a:r>
          </a:p>
          <a:p>
            <a:r>
              <a:rPr lang="en-US" b="1" dirty="0"/>
              <a:t>H. </a:t>
            </a:r>
            <a:r>
              <a:rPr lang="en-US" dirty="0"/>
              <a:t>Arizona</a:t>
            </a:r>
          </a:p>
          <a:p>
            <a:r>
              <a:rPr lang="en-US" b="1" dirty="0"/>
              <a:t>I. </a:t>
            </a:r>
            <a:r>
              <a:rPr lang="en-US" dirty="0"/>
              <a:t>New Mexico</a:t>
            </a:r>
          </a:p>
          <a:p>
            <a:r>
              <a:rPr lang="en-US" b="1" dirty="0"/>
              <a:t>J. </a:t>
            </a:r>
            <a:r>
              <a:rPr lang="en-US" dirty="0"/>
              <a:t>Iowa</a:t>
            </a:r>
          </a:p>
          <a:p>
            <a:r>
              <a:rPr lang="en-US" b="1" dirty="0"/>
              <a:t>K. </a:t>
            </a:r>
            <a:r>
              <a:rPr lang="en-US" dirty="0"/>
              <a:t>Nebraska</a:t>
            </a:r>
          </a:p>
          <a:p>
            <a:r>
              <a:rPr lang="en-US" b="1" dirty="0"/>
              <a:t>L. </a:t>
            </a:r>
            <a:r>
              <a:rPr lang="en-US" dirty="0"/>
              <a:t>South Carolina</a:t>
            </a:r>
          </a:p>
          <a:p>
            <a:r>
              <a:rPr lang="en-US" b="1" dirty="0"/>
              <a:t>M. </a:t>
            </a:r>
            <a:r>
              <a:rPr lang="en-US" dirty="0"/>
              <a:t>North Carolina</a:t>
            </a:r>
          </a:p>
          <a:p>
            <a:r>
              <a:rPr lang="en-US" b="1" dirty="0"/>
              <a:t>N. </a:t>
            </a:r>
            <a:r>
              <a:rPr lang="en-US" dirty="0"/>
              <a:t>Alabama</a:t>
            </a:r>
          </a:p>
          <a:p>
            <a:r>
              <a:rPr lang="en-US" b="1" dirty="0"/>
              <a:t>O</a:t>
            </a:r>
            <a:r>
              <a:rPr lang="en-US" dirty="0"/>
              <a:t>. Tennessee</a:t>
            </a:r>
          </a:p>
          <a:p>
            <a:r>
              <a:rPr lang="en-US" b="1" dirty="0"/>
              <a:t>P. </a:t>
            </a:r>
            <a:r>
              <a:rPr lang="en-US" dirty="0"/>
              <a:t>Georgia</a:t>
            </a:r>
          </a:p>
          <a:p>
            <a:r>
              <a:rPr lang="en-US" b="1" dirty="0"/>
              <a:t>Q. </a:t>
            </a:r>
            <a:r>
              <a:rPr lang="en-US" dirty="0"/>
              <a:t>Kentucky</a:t>
            </a:r>
          </a:p>
        </p:txBody>
      </p:sp>
    </p:spTree>
    <p:extLst>
      <p:ext uri="{BB962C8B-B14F-4D97-AF65-F5344CB8AC3E}">
        <p14:creationId xmlns:p14="http://schemas.microsoft.com/office/powerpoint/2010/main" val="19717794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Drivers / unidades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s-MX" dirty="0" smtClean="0"/>
              <a:t>24-65 </a:t>
            </a:r>
            <a:r>
              <a:rPr lang="es-MX" dirty="0" err="1" smtClean="0"/>
              <a:t>years</a:t>
            </a:r>
            <a:r>
              <a:rPr lang="es-MX" dirty="0" smtClean="0"/>
              <a:t> </a:t>
            </a:r>
          </a:p>
          <a:p>
            <a:r>
              <a:rPr lang="es-MX" dirty="0"/>
              <a:t>+</a:t>
            </a:r>
            <a:r>
              <a:rPr lang="es-MX" dirty="0" smtClean="0"/>
              <a:t>2 </a:t>
            </a:r>
            <a:r>
              <a:rPr lang="es-MX" dirty="0" err="1" smtClean="0"/>
              <a:t>yoe</a:t>
            </a:r>
            <a:endParaRPr lang="es-MX" dirty="0" smtClean="0"/>
          </a:p>
          <a:p>
            <a:endParaRPr lang="es-MX" dirty="0" smtClean="0"/>
          </a:p>
          <a:p>
            <a:r>
              <a:rPr lang="es-MX" dirty="0" smtClean="0"/>
              <a:t>No pick up</a:t>
            </a:r>
          </a:p>
          <a:p>
            <a:r>
              <a:rPr lang="es-MX" dirty="0" err="1" smtClean="0"/>
              <a:t>Vehiculos</a:t>
            </a:r>
            <a:r>
              <a:rPr lang="es-MX" dirty="0" smtClean="0"/>
              <a:t> no mas viejos que 20 años</a:t>
            </a:r>
          </a:p>
          <a:p>
            <a:endParaRPr lang="es-MX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30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notes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/>
              <a:t>No </a:t>
            </a:r>
            <a:r>
              <a:rPr lang="en-US" b="1" dirty="0" smtClean="0"/>
              <a:t>Hazmat</a:t>
            </a:r>
          </a:p>
          <a:p>
            <a:r>
              <a:rPr lang="en-US" b="1" dirty="0"/>
              <a:t>Unacceptable Cargo:</a:t>
            </a:r>
          </a:p>
          <a:p>
            <a:r>
              <a:rPr lang="en-US" b="1" dirty="0"/>
              <a:t>A. </a:t>
            </a:r>
            <a:r>
              <a:rPr lang="en-US" dirty="0"/>
              <a:t>Mobile Homes / House Movers</a:t>
            </a:r>
          </a:p>
          <a:p>
            <a:r>
              <a:rPr lang="en-US" b="1" dirty="0"/>
              <a:t>B. </a:t>
            </a:r>
            <a:r>
              <a:rPr lang="en-US" dirty="0"/>
              <a:t>Crushed Autos / Junk / Salvage</a:t>
            </a:r>
          </a:p>
          <a:p>
            <a:r>
              <a:rPr lang="en-US" b="1" dirty="0"/>
              <a:t>C. </a:t>
            </a:r>
            <a:r>
              <a:rPr lang="en-US" dirty="0"/>
              <a:t>Logging Operations</a:t>
            </a:r>
          </a:p>
          <a:p>
            <a:r>
              <a:rPr lang="en-US" b="1" dirty="0"/>
              <a:t>D. </a:t>
            </a:r>
            <a:r>
              <a:rPr lang="en-US" dirty="0"/>
              <a:t>Salvage or Scrap Metals</a:t>
            </a:r>
          </a:p>
          <a:p>
            <a:r>
              <a:rPr lang="en-US" b="1" dirty="0"/>
              <a:t>E. </a:t>
            </a:r>
            <a:r>
              <a:rPr lang="en-US" dirty="0"/>
              <a:t>Tow Trucks</a:t>
            </a:r>
          </a:p>
          <a:p>
            <a:r>
              <a:rPr lang="en-US" b="1" dirty="0"/>
              <a:t>F. </a:t>
            </a:r>
            <a:r>
              <a:rPr lang="en-US" dirty="0"/>
              <a:t>Dirt, Sand, Coal, Gravel, Rock and or Dumping Operations</a:t>
            </a:r>
          </a:p>
          <a:p>
            <a:r>
              <a:rPr lang="en-US" b="1" dirty="0"/>
              <a:t>G. </a:t>
            </a:r>
            <a:r>
              <a:rPr lang="en-US" dirty="0"/>
              <a:t>Public Livery</a:t>
            </a:r>
          </a:p>
          <a:p>
            <a:r>
              <a:rPr lang="en-US" b="1" dirty="0"/>
              <a:t>H. </a:t>
            </a:r>
            <a:r>
              <a:rPr lang="en-US" dirty="0"/>
              <a:t>Private Passenger</a:t>
            </a:r>
          </a:p>
          <a:p>
            <a:r>
              <a:rPr lang="en-US" b="1" dirty="0"/>
              <a:t>I. </a:t>
            </a:r>
            <a:r>
              <a:rPr lang="en-US" dirty="0"/>
              <a:t>Live‐Stock</a:t>
            </a:r>
          </a:p>
        </p:txBody>
      </p:sp>
    </p:spTree>
    <p:extLst>
      <p:ext uri="{BB962C8B-B14F-4D97-AF65-F5344CB8AC3E}">
        <p14:creationId xmlns:p14="http://schemas.microsoft.com/office/powerpoint/2010/main" val="8889038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Notes 2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1605280"/>
            <a:ext cx="10363826" cy="525272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b="1" dirty="0"/>
              <a:t>Si la solicitud es para una nueva empresa, asegúrese de proporcionar un formulario de historial laboral del propietario de la empresa que aclare su experiencia en el sector (por ejemplo, 5 años de experiencia como despachador, conductor, etc.). Además, si el propietario no figura como conductor, aclare si posee una licencia de conducir comercial (CDL).</a:t>
            </a:r>
          </a:p>
          <a:p>
            <a:pPr marL="0" indent="0">
              <a:buNone/>
            </a:pPr>
            <a:r>
              <a:rPr lang="es-ES" b="1" dirty="0" smtClean="0"/>
              <a:t>Si </a:t>
            </a:r>
            <a:r>
              <a:rPr lang="es-ES" b="1" dirty="0"/>
              <a:t>la solicitud es para una nueva empresa, asegúrese de proporcionar un formulario de historial laboral para cada conductor que la empresa busca contratar (por ejemplo, 2 años de experiencia conduciendo para la empresa XXX, etc.).</a:t>
            </a:r>
          </a:p>
          <a:p>
            <a:pPr marL="0" indent="0">
              <a:buNone/>
            </a:pPr>
            <a:r>
              <a:rPr lang="es-ES" b="1" dirty="0" smtClean="0"/>
              <a:t>Aclare </a:t>
            </a:r>
            <a:r>
              <a:rPr lang="es-ES" b="1" dirty="0"/>
              <a:t>que la propiedad de las unidades motrices que operarán bajo la autoridad del cliente (por ejemplo, el </a:t>
            </a:r>
            <a:r>
              <a:rPr lang="es-ES" b="1" dirty="0" err="1"/>
              <a:t>Freightliner</a:t>
            </a:r>
            <a:r>
              <a:rPr lang="es-ES" b="1" dirty="0"/>
              <a:t> 2015 – VIN XXXX [últimos cuatro dígitos del VIN]) es propiedad de la empresa en cuestión, está arrendado por la empresa en cuestión o es propiedad del conductor XXXX. Si ha conversado con el cliente sobre la tasa o tiene una tasa objetivo que necesita para cerrar el trato, por favor, comuníquelo al suscriptor al enviar la solicitud para su consideración.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187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/>
              <a:t>Contactos </a:t>
            </a:r>
            <a:r>
              <a:rPr lang="es-MX" dirty="0" err="1" smtClean="0"/>
              <a:t>via</a:t>
            </a:r>
            <a:r>
              <a:rPr lang="es-MX" dirty="0" smtClean="0"/>
              <a:t> email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500507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TM04033925[[fn=Droplet]]</Template>
  <TotalTime>23</TotalTime>
  <Words>370</Words>
  <Application>Microsoft Office PowerPoint</Application>
  <PresentationFormat>Widescreen</PresentationFormat>
  <Paragraphs>57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Droplet</vt:lpstr>
      <vt:lpstr>Brooklyn</vt:lpstr>
      <vt:lpstr>CARRIER </vt:lpstr>
      <vt:lpstr>COBERTURAS</vt:lpstr>
      <vt:lpstr>TIPO DE NEGOCIO</vt:lpstr>
      <vt:lpstr>RADIO OPERACION</vt:lpstr>
      <vt:lpstr>Drivers / unidades</vt:lpstr>
      <vt:lpstr>notes</vt:lpstr>
      <vt:lpstr>Notes 2 </vt:lpstr>
      <vt:lpstr>Contactos via email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pp</dc:creator>
  <cp:lastModifiedBy>pp</cp:lastModifiedBy>
  <cp:revision>4</cp:revision>
  <dcterms:created xsi:type="dcterms:W3CDTF">2025-10-10T19:04:32Z</dcterms:created>
  <dcterms:modified xsi:type="dcterms:W3CDTF">2025-10-13T19:52:59Z</dcterms:modified>
</cp:coreProperties>
</file>