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69" r:id="rId3"/>
    <p:sldId id="280" r:id="rId4"/>
    <p:sldId id="281" r:id="rId5"/>
    <p:sldId id="282" r:id="rId6"/>
    <p:sldId id="270" r:id="rId7"/>
    <p:sldId id="283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84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6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6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4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1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9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7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4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3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3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6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99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5324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85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30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20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05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1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EC78D-2F9A-4B33-9B5C-4E85719C10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C9C4A-AD32-49EE-8ABD-5C1A6BF8E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63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13800" dirty="0" smtClean="0"/>
              <a:t>ROCKLAKE </a:t>
            </a:r>
            <a:endParaRPr lang="en-US" sz="13800" dirty="0"/>
          </a:p>
        </p:txBody>
      </p:sp>
    </p:spTree>
    <p:extLst>
      <p:ext uri="{BB962C8B-B14F-4D97-AF65-F5344CB8AC3E}">
        <p14:creationId xmlns:p14="http://schemas.microsoft.com/office/powerpoint/2010/main" val="243042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CARRIERS 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13280"/>
            <a:ext cx="12192000" cy="35622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399"/>
            <a:ext cx="12192000" cy="15992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91" y="6291934"/>
            <a:ext cx="1550218" cy="42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1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400" dirty="0">
                <a:solidFill>
                  <a:srgbClr val="A6B727"/>
                </a:solidFill>
                <a:latin typeface="Corbel" panose="020B0503020204020204"/>
              </a:rPr>
              <a:t>Tipos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Flatbed</a:t>
            </a:r>
            <a:endParaRPr lang="es-MX" dirty="0"/>
          </a:p>
          <a:p>
            <a:r>
              <a:rPr lang="es-MX" dirty="0"/>
              <a:t>Cars (SOLO ES AL)</a:t>
            </a:r>
          </a:p>
          <a:p>
            <a:r>
              <a:rPr lang="es-MX" dirty="0" err="1"/>
              <a:t>Dry</a:t>
            </a:r>
            <a:r>
              <a:rPr lang="es-MX" dirty="0"/>
              <a:t> van </a:t>
            </a:r>
          </a:p>
          <a:p>
            <a:r>
              <a:rPr lang="es-MX" dirty="0" err="1"/>
              <a:t>Reffer</a:t>
            </a:r>
            <a:endParaRPr lang="es-MX" dirty="0"/>
          </a:p>
          <a:p>
            <a:r>
              <a:rPr lang="es-MX" dirty="0"/>
              <a:t>Frac </a:t>
            </a:r>
            <a:r>
              <a:rPr lang="es-MX" dirty="0" err="1"/>
              <a:t>sand</a:t>
            </a:r>
            <a:r>
              <a:rPr lang="es-MX" dirty="0"/>
              <a:t> </a:t>
            </a:r>
          </a:p>
          <a:p>
            <a:r>
              <a:rPr lang="es-MX" dirty="0"/>
              <a:t>LOWBOY </a:t>
            </a:r>
            <a:r>
              <a:rPr lang="en-US" dirty="0"/>
              <a:t> -</a:t>
            </a:r>
            <a:r>
              <a:rPr lang="es-ES" dirty="0"/>
              <a:t>Siempre y cuando NO haya cargas sobredimensionadas, sobrepeso, </a:t>
            </a:r>
            <a:r>
              <a:rPr lang="es-ES" dirty="0" err="1"/>
              <a:t>sobrealtura</a:t>
            </a:r>
            <a:r>
              <a:rPr lang="es-ES" dirty="0"/>
              <a:t> o </a:t>
            </a:r>
            <a:r>
              <a:rPr lang="es-ES" dirty="0" err="1"/>
              <a:t>sobrelongitud</a:t>
            </a:r>
            <a:r>
              <a:rPr lang="es-ES" dirty="0"/>
              <a:t>, podemos cotizar con estas.</a:t>
            </a:r>
            <a:endParaRPr lang="es-MX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04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Radio de operación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Intrastate</a:t>
            </a:r>
            <a:r>
              <a:rPr lang="es-MX" dirty="0"/>
              <a:t>  &amp; </a:t>
            </a:r>
            <a:r>
              <a:rPr lang="es-MX" dirty="0" err="1"/>
              <a:t>interstate</a:t>
            </a:r>
            <a:r>
              <a:rPr lang="es-MX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8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Apartir</a:t>
            </a:r>
            <a:r>
              <a:rPr lang="es-MX" dirty="0" smtClean="0"/>
              <a:t> 21years </a:t>
            </a:r>
          </a:p>
          <a:p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31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TX </a:t>
            </a:r>
          </a:p>
          <a:p>
            <a:r>
              <a:rPr lang="es-MX" dirty="0" smtClean="0"/>
              <a:t>UNIDADES PICKUP  SOLAMENTE CON LICENCIA A </a:t>
            </a:r>
          </a:p>
          <a:p>
            <a:endParaRPr lang="es-MX" dirty="0" smtClean="0"/>
          </a:p>
          <a:p>
            <a:endParaRPr lang="es-MX" dirty="0" smtClean="0"/>
          </a:p>
          <a:p>
            <a:endParaRPr lang="es-MX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399"/>
            <a:ext cx="12192000" cy="15992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691" y="6291934"/>
            <a:ext cx="1550218" cy="42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1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Coberturas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321" y="2042160"/>
            <a:ext cx="8309206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15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350" y="112598"/>
            <a:ext cx="7578250" cy="651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9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514" y="0"/>
            <a:ext cx="7793925" cy="64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4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275" y="406400"/>
            <a:ext cx="9483541" cy="62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5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325120"/>
            <a:ext cx="7421379" cy="640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1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653" y="213360"/>
            <a:ext cx="8309195" cy="608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3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40" y="274320"/>
            <a:ext cx="9167145" cy="652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4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" y="548640"/>
            <a:ext cx="9931957" cy="612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0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663" y="182880"/>
            <a:ext cx="8477018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52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Tabla comparativa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691" y="1651286"/>
            <a:ext cx="8322327" cy="498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68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QUOTE VIA PORTAL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4810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45</TotalTime>
  <Words>62</Words>
  <Application>Microsoft Office PowerPoint</Application>
  <PresentationFormat>Widescreen</PresentationFormat>
  <Paragraphs>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Corbel</vt:lpstr>
      <vt:lpstr>Trebuchet MS</vt:lpstr>
      <vt:lpstr>Berlin</vt:lpstr>
      <vt:lpstr>ROCKLAKE </vt:lpstr>
      <vt:lpstr>CARRIERS </vt:lpstr>
      <vt:lpstr>Tipos de negocio</vt:lpstr>
      <vt:lpstr>Radio de operación </vt:lpstr>
      <vt:lpstr>Drivers / unidades</vt:lpstr>
      <vt:lpstr>PowerPoint Presentation</vt:lpstr>
      <vt:lpstr>Coberturas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Tabla comparativa </vt:lpstr>
      <vt:lpstr>QUOTE VIA PORTAL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7</cp:revision>
  <dcterms:created xsi:type="dcterms:W3CDTF">2025-05-27T17:03:58Z</dcterms:created>
  <dcterms:modified xsi:type="dcterms:W3CDTF">2025-10-10T20:21:18Z</dcterms:modified>
</cp:coreProperties>
</file>