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71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81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40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25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7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6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5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99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1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3808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46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3715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60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34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2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77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PROFESSIONAL TRANSPORTATION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RRG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PROFESSIONAL </a:t>
            </a:r>
          </a:p>
          <a:p>
            <a:endParaRPr lang="es-MX" dirty="0"/>
          </a:p>
          <a:p>
            <a:endParaRPr lang="es-MX" dirty="0" smtClean="0"/>
          </a:p>
          <a:p>
            <a:r>
              <a:rPr lang="es-MX" dirty="0" smtClean="0"/>
              <a:t>PROPIO PFA</a:t>
            </a:r>
          </a:p>
          <a:p>
            <a:r>
              <a:rPr lang="es-MX" dirty="0" smtClean="0"/>
              <a:t>O PORFUERA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Al </a:t>
            </a:r>
          </a:p>
          <a:p>
            <a:r>
              <a:rPr lang="es-MX" dirty="0" err="1" smtClean="0"/>
              <a:t>Mtc</a:t>
            </a:r>
            <a:r>
              <a:rPr lang="es-MX" dirty="0" smtClean="0"/>
              <a:t> </a:t>
            </a:r>
          </a:p>
          <a:p>
            <a:r>
              <a:rPr lang="es-MX" dirty="0" smtClean="0"/>
              <a:t>Pd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DRY VAN </a:t>
            </a:r>
          </a:p>
          <a:p>
            <a:r>
              <a:rPr lang="es-MX" dirty="0" smtClean="0"/>
              <a:t>FLATBED </a:t>
            </a:r>
          </a:p>
          <a:p>
            <a:endParaRPr lang="es-MX" dirty="0"/>
          </a:p>
          <a:p>
            <a:r>
              <a:rPr lang="es-MX" dirty="0" smtClean="0"/>
              <a:t>SAND &amp; GRAVEL (POR CONFIRMAR)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Local, Intermediate, Long-Haul</a:t>
            </a:r>
          </a:p>
          <a:p>
            <a:r>
              <a:rPr lang="en-US" dirty="0"/>
              <a:t>Registered in all 49 States (excluding NY)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+2 </a:t>
            </a:r>
            <a:r>
              <a:rPr lang="es-ES" dirty="0"/>
              <a:t>años de experiencia para los </a:t>
            </a:r>
            <a:r>
              <a:rPr lang="es-ES" dirty="0" smtClean="0"/>
              <a:t>drivers // CON EVIDENCIA FOTO </a:t>
            </a:r>
            <a:endParaRPr lang="es-ES" dirty="0"/>
          </a:p>
          <a:p>
            <a:r>
              <a:rPr lang="es-ES" dirty="0"/>
              <a:t>Unidades 2000 en delante</a:t>
            </a:r>
          </a:p>
          <a:p>
            <a:r>
              <a:rPr lang="es-ES" dirty="0"/>
              <a:t>Pueden tomar drivers mexicanos, siempre y cuando sean parte de una flota y </a:t>
            </a:r>
            <a:r>
              <a:rPr lang="es-ES" dirty="0" err="1"/>
              <a:t>maximo</a:t>
            </a:r>
            <a:r>
              <a:rPr lang="es-ES" dirty="0"/>
              <a:t> un 30% del total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dirty="0" smtClean="0"/>
              <a:t>NO ACEPTA PICK UP </a:t>
            </a:r>
            <a:endParaRPr lang="es-E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79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PROFESSIONAL TRANSPORTATION </vt:lpstr>
      <vt:lpstr>CARRIER </vt:lpstr>
      <vt:lpstr>COBERTURAS</vt:lpstr>
      <vt:lpstr>TIPO DE NEGOCIO</vt:lpstr>
      <vt:lpstr>RADIO OPERACION</vt:lpstr>
      <vt:lpstr>Drivers / unidades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3</cp:revision>
  <dcterms:created xsi:type="dcterms:W3CDTF">2025-10-10T19:04:32Z</dcterms:created>
  <dcterms:modified xsi:type="dcterms:W3CDTF">2025-10-15T20:19:30Z</dcterms:modified>
</cp:coreProperties>
</file>