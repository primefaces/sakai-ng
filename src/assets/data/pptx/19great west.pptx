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0" r:id="rId4"/>
    <p:sldId id="257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739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99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2309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284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573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6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82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116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870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73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472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536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315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412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352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39013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793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438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GREAT WEST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773680" y="4714240"/>
            <a:ext cx="14590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>
                <a:solidFill>
                  <a:srgbClr val="FF0000"/>
                </a:solidFill>
              </a:rPr>
              <a:t>AGENCIA </a:t>
            </a:r>
          </a:p>
          <a:p>
            <a:r>
              <a:rPr lang="es-MX" dirty="0" smtClean="0">
                <a:solidFill>
                  <a:srgbClr val="FF0000"/>
                </a:solidFill>
              </a:rPr>
              <a:t>AJM &amp; VL17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7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CARRIER</a:t>
            </a:r>
            <a:br>
              <a:rPr lang="es-MX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GREAT LAKES </a:t>
            </a:r>
          </a:p>
          <a:p>
            <a:endParaRPr lang="es-MX" dirty="0"/>
          </a:p>
          <a:p>
            <a:endParaRPr lang="es-MX" dirty="0" smtClean="0"/>
          </a:p>
          <a:p>
            <a:endParaRPr lang="es-MX" dirty="0"/>
          </a:p>
          <a:p>
            <a:r>
              <a:rPr lang="es-MX" dirty="0" smtClean="0"/>
              <a:t>+ 6 AÑOS EN EL NEGOCIO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79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COBERTURAS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LIABILITY </a:t>
            </a:r>
          </a:p>
          <a:p>
            <a:r>
              <a:rPr lang="es-MX" dirty="0" smtClean="0"/>
              <a:t>MTC </a:t>
            </a:r>
          </a:p>
          <a:p>
            <a:r>
              <a:rPr lang="es-MX" dirty="0" smtClean="0"/>
              <a:t>PD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28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 DE NEGOCIO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SAND &amp; GRAVEL </a:t>
            </a:r>
          </a:p>
          <a:p>
            <a:r>
              <a:rPr lang="es-MX" dirty="0" smtClean="0"/>
              <a:t>FLAT BED</a:t>
            </a:r>
          </a:p>
          <a:p>
            <a:r>
              <a:rPr lang="es-MX" dirty="0" smtClean="0"/>
              <a:t>DRY VAN </a:t>
            </a:r>
          </a:p>
          <a:p>
            <a:r>
              <a:rPr lang="es-MX" dirty="0" smtClean="0"/>
              <a:t>REEFER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832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RADIO OPERACION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INTRA &amp; INTER CON IFTA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77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23-65 YEARS</a:t>
            </a:r>
          </a:p>
          <a:p>
            <a:endParaRPr lang="es-MX" dirty="0"/>
          </a:p>
          <a:p>
            <a:r>
              <a:rPr lang="es-MX" dirty="0" smtClean="0"/>
              <a:t>+ 2 YOE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2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Contactos VIA EMAIL 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TODO SE LO MANDAN AL CLIENTE</a:t>
            </a:r>
          </a:p>
          <a:p>
            <a:endParaRPr lang="es-MX" dirty="0"/>
          </a:p>
          <a:p>
            <a:endParaRPr lang="es-MX" dirty="0" smtClean="0"/>
          </a:p>
          <a:p>
            <a:r>
              <a:rPr lang="es-MX" dirty="0" smtClean="0"/>
              <a:t>USAN SU PROPIA FINANCIERA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500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</TotalTime>
  <Words>58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GREAT WEST</vt:lpstr>
      <vt:lpstr>CARRIER </vt:lpstr>
      <vt:lpstr>COBERTURAS</vt:lpstr>
      <vt:lpstr>TIPO DE NEGOCIO</vt:lpstr>
      <vt:lpstr>RADIO OPERACION</vt:lpstr>
      <vt:lpstr>Drivers / unidades</vt:lpstr>
      <vt:lpstr>Contactos VIA EMAIL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</dc:creator>
  <cp:lastModifiedBy>pp</cp:lastModifiedBy>
  <cp:revision>3</cp:revision>
  <dcterms:created xsi:type="dcterms:W3CDTF">2025-10-10T19:04:32Z</dcterms:created>
  <dcterms:modified xsi:type="dcterms:W3CDTF">2025-10-14T20:30:40Z</dcterms:modified>
</cp:coreProperties>
</file>