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1" r:id="rId3"/>
    <p:sldId id="260" r:id="rId4"/>
    <p:sldId id="257" r:id="rId5"/>
    <p:sldId id="258" r:id="rId6"/>
    <p:sldId id="259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9165E1E7-EB87-4974-9CEB-8A6945AF0CB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512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374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109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2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144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941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12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20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023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428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6025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7061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7134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6237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2445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9165E1E7-EB87-4974-9CEB-8A6945AF0CB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7431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9165E1E7-EB87-4974-9CEB-8A6945AF0CB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427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9165E1E7-EB87-4974-9CEB-8A6945AF0CB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396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DYNAMIC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764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CARRIER</a:t>
            </a:r>
            <a:br>
              <a:rPr lang="es-MX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smtClean="0"/>
              <a:t>CANOPIUS</a:t>
            </a:r>
          </a:p>
          <a:p>
            <a:r>
              <a:rPr lang="es-MX" dirty="0" smtClean="0"/>
              <a:t>BULLDOG </a:t>
            </a:r>
            <a:r>
              <a:rPr lang="es-MX" dirty="0" smtClean="0"/>
              <a:t>(PARA LA AL ES CATEGORIA B) </a:t>
            </a:r>
            <a:endParaRPr lang="es-MX" dirty="0" smtClean="0"/>
          </a:p>
          <a:p>
            <a:r>
              <a:rPr lang="es-MX" dirty="0" smtClean="0"/>
              <a:t>AIFE</a:t>
            </a:r>
          </a:p>
          <a:p>
            <a:r>
              <a:rPr lang="es-MX" dirty="0" smtClean="0"/>
              <a:t>HARTWELL </a:t>
            </a:r>
          </a:p>
          <a:p>
            <a:r>
              <a:rPr lang="es-MX" dirty="0" smtClean="0"/>
              <a:t>LLOYDS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4798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COBERTURAS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smtClean="0"/>
              <a:t>NTL</a:t>
            </a:r>
          </a:p>
          <a:p>
            <a:r>
              <a:rPr lang="es-MX" dirty="0" smtClean="0"/>
              <a:t>AL </a:t>
            </a:r>
          </a:p>
          <a:p>
            <a:r>
              <a:rPr lang="es-MX" dirty="0" smtClean="0"/>
              <a:t>MTC </a:t>
            </a:r>
          </a:p>
          <a:p>
            <a:r>
              <a:rPr lang="es-MX" dirty="0" smtClean="0"/>
              <a:t>PD </a:t>
            </a:r>
          </a:p>
          <a:p>
            <a:r>
              <a:rPr lang="es-MX" dirty="0" smtClean="0"/>
              <a:t>GL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282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TIPO DE NEGOCIO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smtClean="0"/>
              <a:t>FLATBED</a:t>
            </a:r>
          </a:p>
          <a:p>
            <a:r>
              <a:rPr lang="es-MX" dirty="0" smtClean="0"/>
              <a:t>AUTO</a:t>
            </a:r>
          </a:p>
          <a:p>
            <a:r>
              <a:rPr lang="es-MX" dirty="0" smtClean="0"/>
              <a:t>SAND &amp; GRAVEL </a:t>
            </a:r>
          </a:p>
          <a:p>
            <a:r>
              <a:rPr lang="es-MX" dirty="0" smtClean="0"/>
              <a:t>DRY VAN </a:t>
            </a:r>
          </a:p>
          <a:p>
            <a:endParaRPr lang="es-MX" dirty="0"/>
          </a:p>
          <a:p>
            <a:r>
              <a:rPr lang="es-MX" dirty="0" smtClean="0"/>
              <a:t>REFER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8832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RADIO OPERACION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INTER &amp; INTRA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1779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Drivers / unidades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smtClean="0"/>
              <a:t>25-65 YEARS</a:t>
            </a:r>
          </a:p>
          <a:p>
            <a:endParaRPr lang="es-MX" dirty="0"/>
          </a:p>
          <a:p>
            <a:r>
              <a:rPr lang="es-MX" dirty="0" smtClean="0"/>
              <a:t>+2 YEARS </a:t>
            </a:r>
            <a:endParaRPr lang="es-MX" dirty="0" smtClean="0"/>
          </a:p>
          <a:p>
            <a:endParaRPr lang="es-MX" dirty="0"/>
          </a:p>
          <a:p>
            <a:r>
              <a:rPr lang="es-MX" dirty="0" smtClean="0"/>
              <a:t>ACEPTAN LIC FED CON VISA</a:t>
            </a:r>
            <a:endParaRPr lang="en-US" dirty="0"/>
          </a:p>
          <a:p>
            <a:endParaRPr lang="es-MX" dirty="0"/>
          </a:p>
          <a:p>
            <a:pPr marL="0" indent="0">
              <a:buNone/>
            </a:pPr>
            <a:endParaRPr lang="es-MX" dirty="0" smtClean="0"/>
          </a:p>
        </p:txBody>
      </p:sp>
    </p:spTree>
    <p:extLst>
      <p:ext uri="{BB962C8B-B14F-4D97-AF65-F5344CB8AC3E}">
        <p14:creationId xmlns:p14="http://schemas.microsoft.com/office/powerpoint/2010/main" val="34105230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Contactos </a:t>
            </a:r>
            <a:r>
              <a:rPr lang="es-MX" dirty="0" err="1" smtClean="0"/>
              <a:t>via</a:t>
            </a:r>
            <a:r>
              <a:rPr lang="es-MX" dirty="0" smtClean="0"/>
              <a:t> ON 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55005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10</TotalTime>
  <Words>54</Words>
  <Application>Microsoft Office PowerPoint</Application>
  <PresentationFormat>Widescreen</PresentationFormat>
  <Paragraphs>29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Wingdings 3</vt:lpstr>
      <vt:lpstr>Ion Boardroom</vt:lpstr>
      <vt:lpstr>DYNAMIC</vt:lpstr>
      <vt:lpstr>CARRIER </vt:lpstr>
      <vt:lpstr>COBERTURAS</vt:lpstr>
      <vt:lpstr>TIPO DE NEGOCIO</vt:lpstr>
      <vt:lpstr>RADIO OPERACION</vt:lpstr>
      <vt:lpstr>Drivers / unidades</vt:lpstr>
      <vt:lpstr>Contactos via ON 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pp</dc:creator>
  <cp:lastModifiedBy>pp</cp:lastModifiedBy>
  <cp:revision>3</cp:revision>
  <dcterms:created xsi:type="dcterms:W3CDTF">2025-10-10T19:04:32Z</dcterms:created>
  <dcterms:modified xsi:type="dcterms:W3CDTF">2025-10-14T20:22:52Z</dcterms:modified>
</cp:coreProperties>
</file>