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25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6669" y="1203448"/>
            <a:ext cx="12955610" cy="3812147"/>
          </a:xfrm>
        </p:spPr>
        <p:txBody>
          <a:bodyPr bIns="0" anchor="b">
            <a:normAutofit/>
          </a:bodyPr>
          <a:lstStyle>
            <a:lvl1pPr algn="l">
              <a:defRPr sz="9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6670" y="5296807"/>
            <a:ext cx="12955608" cy="1466432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700" b="0" cap="all" baseline="0">
                <a:solidFill>
                  <a:schemeClr val="tx1"/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4751" y="493961"/>
            <a:ext cx="7460873" cy="463802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56497" y="1198460"/>
            <a:ext cx="1216529" cy="755367"/>
          </a:xfrm>
        </p:spPr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3626670" y="5292813"/>
            <a:ext cx="1295560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260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33" name="Straight Connector 32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4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1359" y="2634195"/>
            <a:ext cx="12964731" cy="2831925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1359" y="5709293"/>
            <a:ext cx="12945669" cy="1519394"/>
          </a:xfrm>
        </p:spPr>
        <p:txBody>
          <a:bodyPr tIns="91440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81359" y="5707478"/>
            <a:ext cx="129456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67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826" y="1207334"/>
            <a:ext cx="14408453" cy="1588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0997" y="3016318"/>
            <a:ext cx="6967728" cy="5172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0657" y="3026015"/>
            <a:ext cx="6967728" cy="5162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35" name="Straight Connector 34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13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787" y="1206245"/>
            <a:ext cx="14411492" cy="158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787" y="3029324"/>
            <a:ext cx="6967728" cy="120291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787" y="4236404"/>
            <a:ext cx="6967728" cy="3966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18543" y="3034505"/>
            <a:ext cx="6967728" cy="12033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18543" y="4232237"/>
            <a:ext cx="6967728" cy="3956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29" name="Straight Connector 28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880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25" name="Straight Connector 24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93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581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007" y="1198460"/>
            <a:ext cx="4909649" cy="33706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5571" y="1198461"/>
            <a:ext cx="9018705" cy="698823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7007" y="4808237"/>
            <a:ext cx="4912520" cy="3372272"/>
          </a:xfrm>
        </p:spPr>
        <p:txBody>
          <a:bodyPr/>
          <a:lstStyle>
            <a:lvl1pPr marL="0" indent="0" algn="l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17" name="Straight Connector 16"/>
          <p:cNvCxnSpPr/>
          <p:nvPr/>
        </p:nvCxnSpPr>
        <p:spPr>
          <a:xfrm>
            <a:off x="2172420" y="4808237"/>
            <a:ext cx="49042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6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216081" y="723256"/>
            <a:ext cx="6111800" cy="7723652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809" y="1694270"/>
            <a:ext cx="8298492" cy="27458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86584" y="1683814"/>
            <a:ext cx="4186757" cy="5799491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75494" y="4718988"/>
            <a:ext cx="8286606" cy="3005613"/>
          </a:xfrm>
        </p:spPr>
        <p:txBody>
          <a:bodyPr>
            <a:normAutofit/>
          </a:bodyPr>
          <a:lstStyle>
            <a:lvl1pPr marL="0" indent="0" algn="l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71074" y="8204785"/>
            <a:ext cx="8291027" cy="48018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71073" y="477961"/>
            <a:ext cx="8311506" cy="481397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31" name="Straight Connector 30"/>
          <p:cNvCxnSpPr/>
          <p:nvPr/>
        </p:nvCxnSpPr>
        <p:spPr>
          <a:xfrm>
            <a:off x="2171074" y="4715408"/>
            <a:ext cx="829102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99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26" name="Straight Connector 25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86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58667" y="1198460"/>
            <a:ext cx="2423613" cy="6989834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67008" y="1198460"/>
            <a:ext cx="11743245" cy="69898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158667" y="1198460"/>
            <a:ext cx="0" cy="6989834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21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19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851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029215"/>
            <a:ext cx="18288000" cy="615891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9189720"/>
            <a:ext cx="18288000" cy="11144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7369" y="1206779"/>
            <a:ext cx="14404913" cy="15738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7369" y="3023599"/>
            <a:ext cx="14404913" cy="5175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2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192620"/>
            <a:ext cx="18288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62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48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7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856682" y="3985649"/>
            <a:ext cx="1057529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880"/>
              </a:lnSpc>
            </a:pPr>
            <a:r>
              <a:rPr sz="4200" spc="409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4200" spc="13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4200" spc="5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4200" spc="2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4200" spc="42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4200" spc="-2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4200" spc="5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4200" spc="2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4200" spc="-2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4200" spc="355" dirty="0">
                <a:solidFill>
                  <a:srgbClr val="292929"/>
                </a:solidFill>
                <a:latin typeface="Tahoma"/>
                <a:cs typeface="Tahoma"/>
              </a:rPr>
              <a:t>Co</a:t>
            </a:r>
            <a:r>
              <a:rPr sz="4200" spc="28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4200" spc="2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4200" spc="365" dirty="0">
                <a:solidFill>
                  <a:srgbClr val="292929"/>
                </a:solidFill>
                <a:latin typeface="Tahoma"/>
                <a:cs typeface="Tahoma"/>
              </a:rPr>
              <a:t>z</a:t>
            </a:r>
            <a:r>
              <a:rPr sz="4200" spc="2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4200" spc="4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4200" spc="2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4200" spc="3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4200" spc="42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4200" spc="-2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4200" spc="505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4200" spc="2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4200" spc="13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4200" spc="2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4200" spc="-2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4200" spc="57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4200" spc="8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4200" spc="2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4200" spc="34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4200" spc="39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4200" spc="13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4200" spc="2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4200" spc="5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4200" spc="3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4200" spc="13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4200" spc="2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4200" spc="9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endParaRPr sz="4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68922" y="4977461"/>
            <a:ext cx="3787140" cy="3025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120" dirty="0">
                <a:solidFill>
                  <a:srgbClr val="292929"/>
                </a:solidFill>
                <a:latin typeface="Arial"/>
                <a:cs typeface="Arial"/>
              </a:rPr>
              <a:t>-</a:t>
            </a:r>
            <a:r>
              <a:rPr sz="3200" b="1" spc="-45" dirty="0">
                <a:solidFill>
                  <a:srgbClr val="292929"/>
                </a:solidFill>
                <a:latin typeface="Arial"/>
                <a:cs typeface="Arial"/>
              </a:rPr>
              <a:t>F</a:t>
            </a:r>
            <a:r>
              <a:rPr sz="3200" b="1" spc="-185" dirty="0">
                <a:solidFill>
                  <a:srgbClr val="292929"/>
                </a:solidFill>
                <a:latin typeface="Arial"/>
                <a:cs typeface="Arial"/>
              </a:rPr>
              <a:t>L</a:t>
            </a:r>
            <a:r>
              <a:rPr sz="3200" b="1" spc="130" dirty="0">
                <a:solidFill>
                  <a:srgbClr val="292929"/>
                </a:solidFill>
                <a:latin typeface="Arial"/>
                <a:cs typeface="Arial"/>
              </a:rPr>
              <a:t>A</a:t>
            </a:r>
            <a:r>
              <a:rPr sz="3200" b="1" spc="-5" dirty="0">
                <a:solidFill>
                  <a:srgbClr val="292929"/>
                </a:solidFill>
                <a:latin typeface="Arial"/>
                <a:cs typeface="Arial"/>
              </a:rPr>
              <a:t>T</a:t>
            </a:r>
            <a:r>
              <a:rPr sz="3200" b="1" spc="-30" dirty="0">
                <a:solidFill>
                  <a:srgbClr val="292929"/>
                </a:solidFill>
                <a:latin typeface="Arial"/>
                <a:cs typeface="Arial"/>
              </a:rPr>
              <a:t>B</a:t>
            </a:r>
            <a:r>
              <a:rPr sz="3200" b="1" spc="15" dirty="0">
                <a:solidFill>
                  <a:srgbClr val="292929"/>
                </a:solidFill>
                <a:latin typeface="Arial"/>
                <a:cs typeface="Arial"/>
              </a:rPr>
              <a:t>E</a:t>
            </a:r>
            <a:r>
              <a:rPr sz="3200" b="1" spc="135" dirty="0">
                <a:solidFill>
                  <a:srgbClr val="292929"/>
                </a:solidFill>
                <a:latin typeface="Arial"/>
                <a:cs typeface="Arial"/>
              </a:rPr>
              <a:t>D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200" b="1" spc="120" dirty="0">
                <a:solidFill>
                  <a:srgbClr val="292929"/>
                </a:solidFill>
                <a:latin typeface="Arial"/>
                <a:cs typeface="Arial"/>
              </a:rPr>
              <a:t>-</a:t>
            </a:r>
            <a:r>
              <a:rPr sz="3200" b="1" spc="-30" dirty="0">
                <a:solidFill>
                  <a:srgbClr val="292929"/>
                </a:solidFill>
                <a:latin typeface="Arial"/>
                <a:cs typeface="Arial"/>
              </a:rPr>
              <a:t>B</a:t>
            </a:r>
            <a:r>
              <a:rPr sz="3200" b="1" spc="65" dirty="0">
                <a:solidFill>
                  <a:srgbClr val="292929"/>
                </a:solidFill>
                <a:latin typeface="Arial"/>
                <a:cs typeface="Arial"/>
              </a:rPr>
              <a:t>O</a:t>
            </a:r>
            <a:r>
              <a:rPr sz="3200" b="1" spc="204" dirty="0">
                <a:solidFill>
                  <a:srgbClr val="292929"/>
                </a:solidFill>
                <a:latin typeface="Arial"/>
                <a:cs typeface="Arial"/>
              </a:rPr>
              <a:t>X</a:t>
            </a:r>
            <a:r>
              <a:rPr sz="3200" b="1" spc="-5" dirty="0">
                <a:solidFill>
                  <a:srgbClr val="292929"/>
                </a:solidFill>
                <a:latin typeface="Arial"/>
                <a:cs typeface="Arial"/>
              </a:rPr>
              <a:t>TR</a:t>
            </a:r>
            <a:r>
              <a:rPr sz="3200" b="1" spc="85" dirty="0">
                <a:solidFill>
                  <a:srgbClr val="292929"/>
                </a:solidFill>
                <a:latin typeface="Arial"/>
                <a:cs typeface="Arial"/>
              </a:rPr>
              <a:t>U</a:t>
            </a:r>
            <a:r>
              <a:rPr sz="3200" b="1" spc="-125" dirty="0">
                <a:solidFill>
                  <a:srgbClr val="292929"/>
                </a:solidFill>
                <a:latin typeface="Arial"/>
                <a:cs typeface="Arial"/>
              </a:rPr>
              <a:t>C</a:t>
            </a:r>
            <a:r>
              <a:rPr sz="3200" b="1" spc="65" dirty="0">
                <a:solidFill>
                  <a:srgbClr val="292929"/>
                </a:solidFill>
                <a:latin typeface="Arial"/>
                <a:cs typeface="Arial"/>
              </a:rPr>
              <a:t>K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200" b="1" spc="120" dirty="0">
                <a:solidFill>
                  <a:srgbClr val="292929"/>
                </a:solidFill>
                <a:latin typeface="Arial"/>
                <a:cs typeface="Arial"/>
              </a:rPr>
              <a:t>-</a:t>
            </a:r>
            <a:r>
              <a:rPr sz="3200" b="1" spc="130" dirty="0">
                <a:solidFill>
                  <a:srgbClr val="292929"/>
                </a:solidFill>
                <a:latin typeface="Arial"/>
                <a:cs typeface="Arial"/>
              </a:rPr>
              <a:t>D</a:t>
            </a:r>
            <a:r>
              <a:rPr sz="3200" b="1" spc="-5" dirty="0">
                <a:solidFill>
                  <a:srgbClr val="292929"/>
                </a:solidFill>
                <a:latin typeface="Arial"/>
                <a:cs typeface="Arial"/>
              </a:rPr>
              <a:t>R</a:t>
            </a:r>
            <a:r>
              <a:rPr sz="3200" b="1" spc="15" dirty="0">
                <a:solidFill>
                  <a:srgbClr val="292929"/>
                </a:solidFill>
                <a:latin typeface="Arial"/>
                <a:cs typeface="Arial"/>
              </a:rPr>
              <a:t>Y</a:t>
            </a:r>
            <a:r>
              <a:rPr sz="3200" b="1" spc="185" dirty="0">
                <a:solidFill>
                  <a:srgbClr val="292929"/>
                </a:solidFill>
                <a:latin typeface="Arial"/>
                <a:cs typeface="Arial"/>
              </a:rPr>
              <a:t>V</a:t>
            </a:r>
            <a:r>
              <a:rPr sz="3200" b="1" spc="130" dirty="0">
                <a:solidFill>
                  <a:srgbClr val="292929"/>
                </a:solidFill>
                <a:latin typeface="Arial"/>
                <a:cs typeface="Arial"/>
              </a:rPr>
              <a:t>A</a:t>
            </a:r>
            <a:r>
              <a:rPr sz="3200" b="1" spc="175" dirty="0">
                <a:solidFill>
                  <a:srgbClr val="292929"/>
                </a:solidFill>
                <a:latin typeface="Arial"/>
                <a:cs typeface="Arial"/>
              </a:rPr>
              <a:t>N</a:t>
            </a:r>
            <a:r>
              <a:rPr sz="3200" b="1" spc="225" dirty="0">
                <a:solidFill>
                  <a:srgbClr val="292929"/>
                </a:solidFill>
                <a:latin typeface="Arial"/>
                <a:cs typeface="Arial"/>
              </a:rPr>
              <a:t>/</a:t>
            </a:r>
            <a:r>
              <a:rPr sz="3200" b="1" spc="-5" dirty="0">
                <a:solidFill>
                  <a:srgbClr val="292929"/>
                </a:solidFill>
                <a:latin typeface="Arial"/>
                <a:cs typeface="Arial"/>
              </a:rPr>
              <a:t>R</a:t>
            </a:r>
            <a:r>
              <a:rPr sz="3200" b="1" spc="15" dirty="0">
                <a:solidFill>
                  <a:srgbClr val="292929"/>
                </a:solidFill>
                <a:latin typeface="Arial"/>
                <a:cs typeface="Arial"/>
              </a:rPr>
              <a:t>EE</a:t>
            </a:r>
            <a:r>
              <a:rPr sz="3200" b="1" spc="-45" dirty="0">
                <a:solidFill>
                  <a:srgbClr val="292929"/>
                </a:solidFill>
                <a:latin typeface="Arial"/>
                <a:cs typeface="Arial"/>
              </a:rPr>
              <a:t>F</a:t>
            </a:r>
            <a:r>
              <a:rPr sz="3200" b="1" spc="15" dirty="0">
                <a:solidFill>
                  <a:srgbClr val="292929"/>
                </a:solidFill>
                <a:latin typeface="Arial"/>
                <a:cs typeface="Arial"/>
              </a:rPr>
              <a:t>E</a:t>
            </a:r>
            <a:r>
              <a:rPr sz="3200" b="1" dirty="0">
                <a:solidFill>
                  <a:srgbClr val="292929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200" b="1" spc="120" dirty="0">
                <a:solidFill>
                  <a:srgbClr val="292929"/>
                </a:solidFill>
                <a:latin typeface="Arial"/>
                <a:cs typeface="Arial"/>
              </a:rPr>
              <a:t>-</a:t>
            </a:r>
            <a:r>
              <a:rPr sz="3200" b="1" spc="-95" dirty="0">
                <a:solidFill>
                  <a:srgbClr val="292929"/>
                </a:solidFill>
                <a:latin typeface="Arial"/>
                <a:cs typeface="Arial"/>
              </a:rPr>
              <a:t>S</a:t>
            </a:r>
            <a:r>
              <a:rPr sz="3200" b="1" spc="130" dirty="0">
                <a:solidFill>
                  <a:srgbClr val="292929"/>
                </a:solidFill>
                <a:latin typeface="Arial"/>
                <a:cs typeface="Arial"/>
              </a:rPr>
              <a:t>A</a:t>
            </a:r>
            <a:r>
              <a:rPr sz="3200" b="1" spc="175" dirty="0">
                <a:solidFill>
                  <a:srgbClr val="292929"/>
                </a:solidFill>
                <a:latin typeface="Arial"/>
                <a:cs typeface="Arial"/>
              </a:rPr>
              <a:t>N</a:t>
            </a:r>
            <a:r>
              <a:rPr sz="3200" b="1" spc="135" dirty="0">
                <a:solidFill>
                  <a:srgbClr val="292929"/>
                </a:solidFill>
                <a:latin typeface="Arial"/>
                <a:cs typeface="Arial"/>
              </a:rPr>
              <a:t>D</a:t>
            </a:r>
            <a:r>
              <a:rPr sz="3200" b="1" spc="-1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200" b="1" spc="-140" dirty="0">
                <a:solidFill>
                  <a:srgbClr val="292929"/>
                </a:solidFill>
                <a:latin typeface="Arial"/>
                <a:cs typeface="Arial"/>
              </a:rPr>
              <a:t>&amp;</a:t>
            </a:r>
            <a:r>
              <a:rPr sz="3200" b="1" spc="-1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200" b="1" spc="-130" dirty="0">
                <a:solidFill>
                  <a:srgbClr val="292929"/>
                </a:solidFill>
                <a:latin typeface="Arial"/>
                <a:cs typeface="Arial"/>
              </a:rPr>
              <a:t>G</a:t>
            </a:r>
            <a:r>
              <a:rPr sz="3200" b="1" spc="-5" dirty="0">
                <a:solidFill>
                  <a:srgbClr val="292929"/>
                </a:solidFill>
                <a:latin typeface="Arial"/>
                <a:cs typeface="Arial"/>
              </a:rPr>
              <a:t>R</a:t>
            </a:r>
            <a:r>
              <a:rPr sz="3200" b="1" spc="130" dirty="0">
                <a:solidFill>
                  <a:srgbClr val="292929"/>
                </a:solidFill>
                <a:latin typeface="Arial"/>
                <a:cs typeface="Arial"/>
              </a:rPr>
              <a:t>A</a:t>
            </a:r>
            <a:r>
              <a:rPr sz="3200" b="1" spc="185" dirty="0">
                <a:solidFill>
                  <a:srgbClr val="292929"/>
                </a:solidFill>
                <a:latin typeface="Arial"/>
                <a:cs typeface="Arial"/>
              </a:rPr>
              <a:t>V</a:t>
            </a:r>
            <a:r>
              <a:rPr sz="3200" b="1" spc="15" dirty="0">
                <a:solidFill>
                  <a:srgbClr val="292929"/>
                </a:solidFill>
                <a:latin typeface="Arial"/>
                <a:cs typeface="Arial"/>
              </a:rPr>
              <a:t>E</a:t>
            </a:r>
            <a:r>
              <a:rPr sz="3200" b="1" spc="-180" dirty="0">
                <a:solidFill>
                  <a:srgbClr val="292929"/>
                </a:solidFill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200" b="1" spc="120" dirty="0">
                <a:solidFill>
                  <a:srgbClr val="292929"/>
                </a:solidFill>
                <a:latin typeface="Arial"/>
                <a:cs typeface="Arial"/>
              </a:rPr>
              <a:t>-</a:t>
            </a:r>
            <a:r>
              <a:rPr sz="3200" b="1" spc="-45" dirty="0">
                <a:solidFill>
                  <a:srgbClr val="292929"/>
                </a:solidFill>
                <a:latin typeface="Arial"/>
                <a:cs typeface="Arial"/>
              </a:rPr>
              <a:t>F</a:t>
            </a:r>
            <a:r>
              <a:rPr sz="3200" b="1" spc="-5" dirty="0">
                <a:solidFill>
                  <a:srgbClr val="292929"/>
                </a:solidFill>
                <a:latin typeface="Arial"/>
                <a:cs typeface="Arial"/>
              </a:rPr>
              <a:t>R</a:t>
            </a:r>
            <a:r>
              <a:rPr sz="3200" b="1" spc="130" dirty="0">
                <a:solidFill>
                  <a:srgbClr val="292929"/>
                </a:solidFill>
                <a:latin typeface="Arial"/>
                <a:cs typeface="Arial"/>
              </a:rPr>
              <a:t>A</a:t>
            </a:r>
            <a:r>
              <a:rPr sz="3200" b="1" spc="-120" dirty="0">
                <a:solidFill>
                  <a:srgbClr val="292929"/>
                </a:solidFill>
                <a:latin typeface="Arial"/>
                <a:cs typeface="Arial"/>
              </a:rPr>
              <a:t>C</a:t>
            </a:r>
            <a:r>
              <a:rPr sz="3200" b="1" spc="-1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3200" b="1" spc="-95" dirty="0">
                <a:solidFill>
                  <a:srgbClr val="292929"/>
                </a:solidFill>
                <a:latin typeface="Arial"/>
                <a:cs typeface="Arial"/>
              </a:rPr>
              <a:t>S</a:t>
            </a:r>
            <a:r>
              <a:rPr sz="3200" b="1" spc="130" dirty="0">
                <a:solidFill>
                  <a:srgbClr val="292929"/>
                </a:solidFill>
                <a:latin typeface="Arial"/>
                <a:cs typeface="Arial"/>
              </a:rPr>
              <a:t>A</a:t>
            </a:r>
            <a:r>
              <a:rPr sz="3200" b="1" spc="175" dirty="0">
                <a:solidFill>
                  <a:srgbClr val="292929"/>
                </a:solidFill>
                <a:latin typeface="Arial"/>
                <a:cs typeface="Arial"/>
              </a:rPr>
              <a:t>N</a:t>
            </a:r>
            <a:r>
              <a:rPr sz="3200" b="1" spc="135" dirty="0">
                <a:solidFill>
                  <a:srgbClr val="292929"/>
                </a:solidFill>
                <a:latin typeface="Arial"/>
                <a:cs typeface="Arial"/>
              </a:rPr>
              <a:t>D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3715"/>
              </a:lnSpc>
              <a:spcBef>
                <a:spcPts val="284"/>
              </a:spcBef>
            </a:pPr>
            <a:r>
              <a:rPr sz="3200" b="1" spc="120" dirty="0">
                <a:solidFill>
                  <a:srgbClr val="292929"/>
                </a:solidFill>
                <a:latin typeface="Arial"/>
                <a:cs typeface="Arial"/>
              </a:rPr>
              <a:t>-</a:t>
            </a:r>
            <a:r>
              <a:rPr sz="3200" b="1" spc="175" dirty="0">
                <a:solidFill>
                  <a:srgbClr val="292929"/>
                </a:solidFill>
                <a:latin typeface="Arial"/>
                <a:cs typeface="Arial"/>
              </a:rPr>
              <a:t>H</a:t>
            </a:r>
            <a:r>
              <a:rPr sz="3200" b="1" spc="65" dirty="0">
                <a:solidFill>
                  <a:srgbClr val="292929"/>
                </a:solidFill>
                <a:latin typeface="Arial"/>
                <a:cs typeface="Arial"/>
              </a:rPr>
              <a:t>O</a:t>
            </a:r>
            <a:r>
              <a:rPr sz="3200" b="1" spc="-5" dirty="0">
                <a:solidFill>
                  <a:srgbClr val="292929"/>
                </a:solidFill>
                <a:latin typeface="Arial"/>
                <a:cs typeface="Arial"/>
              </a:rPr>
              <a:t>T</a:t>
            </a:r>
            <a:r>
              <a:rPr sz="3200" b="1" spc="-95" dirty="0">
                <a:solidFill>
                  <a:srgbClr val="292929"/>
                </a:solidFill>
                <a:latin typeface="Arial"/>
                <a:cs typeface="Arial"/>
              </a:rPr>
              <a:t>S</a:t>
            </a:r>
            <a:r>
              <a:rPr sz="3200" b="1" spc="175" dirty="0">
                <a:solidFill>
                  <a:srgbClr val="292929"/>
                </a:solidFill>
                <a:latin typeface="Arial"/>
                <a:cs typeface="Arial"/>
              </a:rPr>
              <a:t>H</a:t>
            </a:r>
            <a:r>
              <a:rPr sz="3200" b="1" spc="65" dirty="0">
                <a:solidFill>
                  <a:srgbClr val="292929"/>
                </a:solidFill>
                <a:latin typeface="Arial"/>
                <a:cs typeface="Arial"/>
              </a:rPr>
              <a:t>O</a:t>
            </a:r>
            <a:r>
              <a:rPr sz="3200" b="1" dirty="0">
                <a:solidFill>
                  <a:srgbClr val="292929"/>
                </a:solidFill>
                <a:latin typeface="Arial"/>
                <a:cs typeface="Arial"/>
              </a:rPr>
              <a:t>T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25201" y="1250373"/>
            <a:ext cx="1995170" cy="444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35"/>
              </a:lnSpc>
            </a:pPr>
            <a:r>
              <a:rPr sz="3300" b="1" spc="-5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300" b="1" spc="-19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300" b="1" spc="1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3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00" b="1" spc="-3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300" b="1" spc="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00" b="1" spc="14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5847560"/>
            <a:ext cx="755015" cy="1518285"/>
          </a:xfrm>
          <a:custGeom>
            <a:avLst/>
            <a:gdLst/>
            <a:ahLst/>
            <a:cxnLst/>
            <a:rect l="l" t="t" r="r" b="b"/>
            <a:pathLst>
              <a:path w="755015" h="1518284">
                <a:moveTo>
                  <a:pt x="753510" y="764160"/>
                </a:moveTo>
                <a:lnTo>
                  <a:pt x="0" y="1517670"/>
                </a:lnTo>
                <a:lnTo>
                  <a:pt x="0" y="1486541"/>
                </a:lnTo>
                <a:lnTo>
                  <a:pt x="727784" y="758757"/>
                </a:lnTo>
                <a:lnTo>
                  <a:pt x="0" y="30973"/>
                </a:lnTo>
                <a:lnTo>
                  <a:pt x="0" y="0"/>
                </a:lnTo>
                <a:lnTo>
                  <a:pt x="753346" y="753346"/>
                </a:lnTo>
                <a:lnTo>
                  <a:pt x="754415" y="755927"/>
                </a:lnTo>
                <a:lnTo>
                  <a:pt x="754415" y="761975"/>
                </a:lnTo>
                <a:lnTo>
                  <a:pt x="753510" y="764160"/>
                </a:lnTo>
                <a:close/>
              </a:path>
              <a:path w="755015" h="1518284">
                <a:moveTo>
                  <a:pt x="0" y="902837"/>
                </a:moveTo>
                <a:lnTo>
                  <a:pt x="0" y="871863"/>
                </a:lnTo>
                <a:lnTo>
                  <a:pt x="113106" y="758757"/>
                </a:lnTo>
                <a:lnTo>
                  <a:pt x="0" y="645651"/>
                </a:lnTo>
                <a:lnTo>
                  <a:pt x="0" y="614677"/>
                </a:lnTo>
                <a:lnTo>
                  <a:pt x="138474" y="753152"/>
                </a:lnTo>
                <a:lnTo>
                  <a:pt x="139543" y="755733"/>
                </a:lnTo>
                <a:lnTo>
                  <a:pt x="139543" y="761782"/>
                </a:lnTo>
                <a:lnTo>
                  <a:pt x="138474" y="764363"/>
                </a:lnTo>
                <a:lnTo>
                  <a:pt x="0" y="902837"/>
                </a:lnTo>
                <a:close/>
              </a:path>
            </a:pathLst>
          </a:custGeom>
          <a:solidFill>
            <a:srgbClr val="61C3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7832" y="159242"/>
            <a:ext cx="23488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500" dirty="0">
                <a:solidFill>
                  <a:srgbClr val="292929"/>
                </a:solidFill>
                <a:latin typeface="Calibri"/>
                <a:cs typeface="Calibri"/>
              </a:rPr>
              <a:t>W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45" dirty="0">
                <a:solidFill>
                  <a:srgbClr val="292929"/>
                </a:solidFill>
                <a:latin typeface="Calibri"/>
                <a:cs typeface="Calibri"/>
              </a:rPr>
              <a:t>V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29" dirty="0">
                <a:solidFill>
                  <a:srgbClr val="292929"/>
                </a:solidFill>
                <a:latin typeface="Calibri"/>
                <a:cs typeface="Calibri"/>
              </a:rPr>
              <a:t>T</a:t>
            </a:r>
            <a:r>
              <a:rPr sz="2400" b="1" spc="195" dirty="0">
                <a:solidFill>
                  <a:srgbClr val="292929"/>
                </a:solidFill>
                <a:latin typeface="Calibri"/>
                <a:cs typeface="Calibri"/>
              </a:rPr>
              <a:t>U</a:t>
            </a:r>
            <a:r>
              <a:rPr sz="2400" b="1" spc="355" dirty="0">
                <a:solidFill>
                  <a:srgbClr val="292929"/>
                </a:solidFill>
                <a:latin typeface="Calibri"/>
                <a:cs typeface="Calibri"/>
              </a:rPr>
              <a:t>R</a:t>
            </a:r>
            <a:r>
              <a:rPr sz="2400" b="1" spc="210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07055" y="492293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07385" y="492293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83027" y="140192"/>
            <a:ext cx="9925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35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70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48715" y="652694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49846" y="140192"/>
            <a:ext cx="12172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575" dirty="0">
                <a:solidFill>
                  <a:srgbClr val="292929"/>
                </a:solidFill>
                <a:latin typeface="Calibri"/>
                <a:cs typeface="Calibri"/>
              </a:rPr>
              <a:t>2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00427" y="140192"/>
            <a:ext cx="12738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75" dirty="0">
                <a:solidFill>
                  <a:srgbClr val="292929"/>
                </a:solidFill>
                <a:latin typeface="Calibri"/>
                <a:cs typeface="Calibri"/>
              </a:rPr>
              <a:t>3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13104" y="1163197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13434" y="1163197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668481" y="1323598"/>
            <a:ext cx="22567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105255" y="183410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05585" y="183410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60204"/>
              </p:ext>
            </p:extLst>
          </p:nvPr>
        </p:nvGraphicFramePr>
        <p:xfrm>
          <a:off x="236526" y="714007"/>
          <a:ext cx="3491838" cy="8823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7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979"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PROGRESSIVE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(F)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798">
                <a:tc>
                  <a:txBody>
                    <a:bodyPr/>
                    <a:lstStyle/>
                    <a:p>
                      <a:pPr marL="53086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COVER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WHALE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797">
                <a:tc gridSpan="2"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CLEAR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BLUE(TX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only)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798"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PARAMOUNT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(F)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25">
                <a:tc>
                  <a:txBody>
                    <a:bodyPr/>
                    <a:lstStyle/>
                    <a:p>
                      <a:pPr marL="536575" marR="506730" indent="478790">
                        <a:lnSpc>
                          <a:spcPct val="1068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TRISURA (CDL2años+)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(F)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5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040">
                <a:tc>
                  <a:txBody>
                    <a:bodyPr/>
                    <a:lstStyle/>
                    <a:p>
                      <a:pPr marL="38481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BSR(interSt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Only)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rowSpan="8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798"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GREATWEST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8798"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NTA(CDL3años+)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(F)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87425">
                <a:tc>
                  <a:txBody>
                    <a:bodyPr/>
                    <a:lstStyle/>
                    <a:p>
                      <a:pPr marL="123189" algn="ctr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ROCKLAKE</a:t>
                      </a:r>
                      <a:endParaRPr sz="2400"/>
                    </a:p>
                    <a:p>
                      <a:pPr marL="4953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(CDL2años+)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9039"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AMWINS(NICO)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1879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</a:rPr>
                        <a:t>ONE80(CDL1año+)(F)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87425">
                <a:tc>
                  <a:txBody>
                    <a:bodyPr/>
                    <a:lstStyle/>
                    <a:p>
                      <a:pPr marL="601345" marR="345440" lvl="0" indent="-140970" defTabSz="914400" eaLnBrk="1" fontAlgn="auto" latinLnBrk="0" hangingPunct="1">
                        <a:lnSpc>
                          <a:spcPct val="106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400" dirty="0">
                          <a:solidFill>
                            <a:srgbClr val="292929"/>
                          </a:solidFill>
                        </a:rPr>
                        <a:t>TREATY</a:t>
                      </a:r>
                      <a:r>
                        <a:rPr lang="es-MX" sz="2400" spc="-135" dirty="0">
                          <a:solidFill>
                            <a:srgbClr val="292929"/>
                          </a:solidFill>
                        </a:rPr>
                        <a:t> </a:t>
                      </a:r>
                      <a:r>
                        <a:rPr lang="es-MX" sz="2400" dirty="0">
                          <a:solidFill>
                            <a:srgbClr val="292929"/>
                          </a:solidFill>
                        </a:rPr>
                        <a:t>(RRG)</a:t>
                      </a:r>
                      <a:endParaRPr lang="es-MX" sz="2400" dirty="0"/>
                    </a:p>
                    <a:p>
                      <a:pPr marL="601345" marR="345440" indent="-140970">
                        <a:lnSpc>
                          <a:spcPct val="106800"/>
                        </a:lnSpc>
                      </a:pP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19040">
                <a:tc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</a:pP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8619704" y="1994501"/>
            <a:ext cx="23387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108570" y="2505004"/>
            <a:ext cx="3573779" cy="633095"/>
          </a:xfrm>
          <a:custGeom>
            <a:avLst/>
            <a:gdLst/>
            <a:ahLst/>
            <a:cxnLst/>
            <a:rect l="l" t="t" r="r" b="b"/>
            <a:pathLst>
              <a:path w="3573779" h="633094">
                <a:moveTo>
                  <a:pt x="0" y="0"/>
                </a:moveTo>
                <a:lnTo>
                  <a:pt x="3573680" y="0"/>
                </a:lnTo>
                <a:lnTo>
                  <a:pt x="3573680" y="632507"/>
                </a:lnTo>
                <a:lnTo>
                  <a:pt x="0" y="6325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08948" y="2505004"/>
            <a:ext cx="3571240" cy="628650"/>
          </a:xfrm>
          <a:custGeom>
            <a:avLst/>
            <a:gdLst/>
            <a:ahLst/>
            <a:cxnLst/>
            <a:rect l="l" t="t" r="r" b="b"/>
            <a:pathLst>
              <a:path w="3571240" h="628650">
                <a:moveTo>
                  <a:pt x="3571119" y="0"/>
                </a:moveTo>
                <a:lnTo>
                  <a:pt x="3571119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172070" y="2665405"/>
            <a:ext cx="338327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X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19153" y="3175904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5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19482" y="3175904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922180" y="3336306"/>
            <a:ext cx="17418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48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11304" y="3846808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209814" y="492293"/>
          <a:ext cx="3711427" cy="139179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8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49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PROGRESSIVE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(F)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7577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88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FIRST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CAPITAL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8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518159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COVER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WHALE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88">
                <a:tc gridSpan="2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49">
                <a:tc gridSpan="2"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CLEAR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BLUE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(TX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Only)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86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rowSpan="9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83248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Paramount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63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8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25146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Trisura(CDL2años+)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78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BSR(InterSt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Only)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786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GREATWEST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0789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123189" algn="ctr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NTA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11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0786"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990599"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ROCKLAKE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  <a:p>
                      <a:pPr marL="273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(CDL2años+)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911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41045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911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102298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AMWINS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40786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ONE80(CDL1Año+)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40788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RIMAQ(CDL5años+)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4078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62738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TREATY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(RRG)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8111634" y="3846808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340597" y="4007209"/>
            <a:ext cx="29089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101007" y="451771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101337" y="451771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117352" y="5188613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117683" y="5188613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01654" y="5859517"/>
            <a:ext cx="3356610" cy="633095"/>
          </a:xfrm>
          <a:custGeom>
            <a:avLst/>
            <a:gdLst/>
            <a:ahLst/>
            <a:cxnLst/>
            <a:rect l="l" t="t" r="r" b="b"/>
            <a:pathLst>
              <a:path w="3356609" h="633095">
                <a:moveTo>
                  <a:pt x="0" y="0"/>
                </a:moveTo>
                <a:lnTo>
                  <a:pt x="3356226" y="0"/>
                </a:lnTo>
                <a:lnTo>
                  <a:pt x="3356226" y="632508"/>
                </a:lnTo>
                <a:lnTo>
                  <a:pt x="0" y="63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102017" y="5859517"/>
            <a:ext cx="3352165" cy="628650"/>
          </a:xfrm>
          <a:custGeom>
            <a:avLst/>
            <a:gdLst/>
            <a:ahLst/>
            <a:cxnLst/>
            <a:rect l="l" t="t" r="r" b="b"/>
            <a:pathLst>
              <a:path w="3352165" h="628650">
                <a:moveTo>
                  <a:pt x="3352075" y="0"/>
                </a:moveTo>
                <a:lnTo>
                  <a:pt x="3352075" y="628649"/>
                </a:lnTo>
                <a:lnTo>
                  <a:pt x="0" y="628649"/>
                </a:lnTo>
              </a:path>
            </a:pathLst>
          </a:custGeom>
          <a:ln w="757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129450" y="6530420"/>
            <a:ext cx="3328670" cy="995044"/>
          </a:xfrm>
          <a:custGeom>
            <a:avLst/>
            <a:gdLst/>
            <a:ahLst/>
            <a:cxnLst/>
            <a:rect l="l" t="t" r="r" b="b"/>
            <a:pathLst>
              <a:path w="3328670" h="995045">
                <a:moveTo>
                  <a:pt x="0" y="0"/>
                </a:moveTo>
                <a:lnTo>
                  <a:pt x="3328129" y="0"/>
                </a:lnTo>
                <a:lnTo>
                  <a:pt x="3328129" y="994429"/>
                </a:lnTo>
                <a:lnTo>
                  <a:pt x="0" y="994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29580" y="6530420"/>
            <a:ext cx="3324225" cy="990600"/>
          </a:xfrm>
          <a:custGeom>
            <a:avLst/>
            <a:gdLst/>
            <a:ahLst/>
            <a:cxnLst/>
            <a:rect l="l" t="t" r="r" b="b"/>
            <a:pathLst>
              <a:path w="3324225" h="990600">
                <a:moveTo>
                  <a:pt x="3323963" y="0"/>
                </a:moveTo>
                <a:lnTo>
                  <a:pt x="3323963" y="990599"/>
                </a:lnTo>
                <a:lnTo>
                  <a:pt x="0" y="990599"/>
                </a:lnTo>
              </a:path>
            </a:pathLst>
          </a:custGeom>
          <a:ln w="759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123401" y="756353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123732" y="756353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095605" y="8234433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095936" y="8234433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102520" y="8905337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102851" y="8905337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297417" y="4471985"/>
            <a:ext cx="2952115" cy="4997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940" marR="150495" algn="ctr">
              <a:lnSpc>
                <a:spcPts val="5280"/>
              </a:lnSpc>
            </a:pP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r>
              <a:rPr sz="2400" spc="-8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 dirty="0">
              <a:latin typeface="Tahoma"/>
              <a:cs typeface="Tahoma"/>
            </a:endParaRPr>
          </a:p>
          <a:p>
            <a:pPr marL="629920" marR="608330" indent="51435" algn="ctr">
              <a:lnSpc>
                <a:spcPts val="5130"/>
              </a:lnSpc>
              <a:spcBef>
                <a:spcPts val="120"/>
              </a:spcBef>
            </a:pP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1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 dirty="0">
              <a:latin typeface="Tahoma"/>
              <a:cs typeface="Tahoma"/>
            </a:endParaRPr>
          </a:p>
          <a:p>
            <a:pPr marL="13335" algn="ctr">
              <a:lnSpc>
                <a:spcPts val="2530"/>
              </a:lnSpc>
            </a:pP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  <a:p>
            <a:pPr marL="12065" marR="5080" indent="41275" algn="ctr">
              <a:lnSpc>
                <a:spcPts val="5280"/>
              </a:lnSpc>
              <a:spcBef>
                <a:spcPts val="505"/>
              </a:spcBef>
            </a:pP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80" dirty="0">
                <a:solidFill>
                  <a:srgbClr val="292929"/>
                </a:solidFill>
                <a:latin typeface="Tahoma"/>
                <a:cs typeface="Tahoma"/>
              </a:rPr>
              <a:t>8</a:t>
            </a:r>
            <a:r>
              <a:rPr sz="2400" spc="340" dirty="0">
                <a:solidFill>
                  <a:srgbClr val="292929"/>
                </a:solidFill>
                <a:latin typeface="Tahoma"/>
                <a:cs typeface="Tahoma"/>
              </a:rPr>
              <a:t>0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395" dirty="0">
                <a:solidFill>
                  <a:srgbClr val="292929"/>
                </a:solidFill>
                <a:latin typeface="Tahoma"/>
                <a:cs typeface="Tahoma"/>
              </a:rPr>
              <a:t>1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r>
              <a:rPr sz="2400" spc="-8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RR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2163799" y="2391983"/>
            <a:ext cx="3737610" cy="633730"/>
          </a:xfrm>
          <a:custGeom>
            <a:avLst/>
            <a:gdLst/>
            <a:ahLst/>
            <a:cxnLst/>
            <a:rect l="l" t="t" r="r" b="b"/>
            <a:pathLst>
              <a:path w="3737609" h="633730">
                <a:moveTo>
                  <a:pt x="0" y="0"/>
                </a:moveTo>
                <a:lnTo>
                  <a:pt x="3737128" y="0"/>
                </a:lnTo>
                <a:lnTo>
                  <a:pt x="373712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203986" y="2517748"/>
            <a:ext cx="3733165" cy="628650"/>
          </a:xfrm>
          <a:custGeom>
            <a:avLst/>
            <a:gdLst/>
            <a:ahLst/>
            <a:cxnLst/>
            <a:rect l="l" t="t" r="r" b="b"/>
            <a:pathLst>
              <a:path w="3733165" h="628650">
                <a:moveTo>
                  <a:pt x="3732998" y="0"/>
                </a:moveTo>
                <a:lnTo>
                  <a:pt x="3732998" y="628649"/>
                </a:lnTo>
                <a:lnTo>
                  <a:pt x="0" y="628649"/>
                </a:lnTo>
              </a:path>
            </a:pathLst>
          </a:custGeom>
          <a:ln w="75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203586" y="2517748"/>
            <a:ext cx="373380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30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X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209777" y="3188355"/>
            <a:ext cx="3344545" cy="6337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1534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48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901409" y="3342075"/>
            <a:ext cx="2212340" cy="549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0" marR="5080" indent="-699135">
              <a:lnSpc>
                <a:spcPct val="107600"/>
              </a:lnSpc>
            </a:pP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1800" spc="90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235" dirty="0">
                <a:solidFill>
                  <a:srgbClr val="292929"/>
                </a:solidFill>
                <a:latin typeface="Tahoma"/>
                <a:cs typeface="Tahoma"/>
              </a:rPr>
              <a:t>Ad</a:t>
            </a:r>
            <a:r>
              <a:rPr sz="1800" spc="229" dirty="0">
                <a:solidFill>
                  <a:srgbClr val="292929"/>
                </a:solidFill>
                <a:latin typeface="Tahoma"/>
                <a:cs typeface="Tahoma"/>
              </a:rPr>
              <a:t>mi</a:t>
            </a:r>
            <a:r>
              <a:rPr sz="1800" spc="12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1800" spc="10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1800" spc="9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1800" spc="18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1800" spc="10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1800" spc="180" dirty="0">
                <a:solidFill>
                  <a:srgbClr val="292929"/>
                </a:solidFill>
                <a:latin typeface="Tahoma"/>
                <a:cs typeface="Tahoma"/>
              </a:rPr>
              <a:t>nc</a:t>
            </a:r>
            <a:r>
              <a:rPr sz="1800" spc="9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1800" spc="10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90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1800" spc="10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18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1800" spc="10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1800" spc="5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1800" spc="10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114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010494" y="4175728"/>
            <a:ext cx="1655445" cy="549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8780" marR="5080" indent="-386715">
              <a:lnSpc>
                <a:spcPct val="107600"/>
              </a:lnSpc>
            </a:pPr>
            <a:r>
              <a:rPr sz="1800" spc="21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1800" spc="260" dirty="0">
                <a:solidFill>
                  <a:srgbClr val="292929"/>
                </a:solidFill>
                <a:latin typeface="Tahoma"/>
                <a:cs typeface="Tahoma"/>
              </a:rPr>
              <a:t>M </a:t>
            </a:r>
            <a:r>
              <a:rPr sz="1800" spc="-20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21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1800" spc="14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36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1800" spc="10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18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1800" spc="9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1800" spc="14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1800" spc="8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12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1800" spc="10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1800" spc="5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1800" spc="229" dirty="0">
                <a:solidFill>
                  <a:srgbClr val="292929"/>
                </a:solidFill>
                <a:latin typeface="Tahoma"/>
                <a:cs typeface="Tahoma"/>
              </a:rPr>
              <a:t>mi</a:t>
            </a:r>
            <a:r>
              <a:rPr sz="1800" spc="18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1800" spc="14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853972"/>
              </p:ext>
            </p:extLst>
          </p:nvPr>
        </p:nvGraphicFramePr>
        <p:xfrm>
          <a:off x="12235235" y="424786"/>
          <a:ext cx="3366757" cy="1936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6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549"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PROGRESSIVE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(F)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58"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549"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FIRST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CAPITAL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861"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COVER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WHALE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12168797" y="3779123"/>
          <a:ext cx="3406953" cy="3265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3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246">
                <a:tc gridSpan="2">
                  <a:txBody>
                    <a:bodyPr/>
                    <a:lstStyle/>
                    <a:p>
                      <a:pPr marL="102108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AMWINS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082"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TRISURA(CDL2años+)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lnB w="75763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082">
                <a:tc gridSpan="2"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BSR(InterSt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Only)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NM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8">
                      <a:solidFill>
                        <a:srgbClr val="000000"/>
                      </a:solidFill>
                      <a:prstDash val="solid"/>
                    </a:lnR>
                    <a:lnT w="75763">
                      <a:solidFill>
                        <a:srgbClr val="000000"/>
                      </a:solidFill>
                      <a:prstDash val="solid"/>
                    </a:lnT>
                    <a:lnB w="75768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718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8">
                      <a:solidFill>
                        <a:srgbClr val="000000"/>
                      </a:solidFill>
                      <a:prstDash val="solid"/>
                    </a:lnT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GREATWEST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8">
                      <a:solidFill>
                        <a:srgbClr val="000000"/>
                      </a:solidFill>
                      <a:prstDash val="solid"/>
                    </a:lnT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55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NTA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2" name="object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25008"/>
              </p:ext>
            </p:extLst>
          </p:nvPr>
        </p:nvGraphicFramePr>
        <p:xfrm>
          <a:off x="12206106" y="7137139"/>
          <a:ext cx="3695407" cy="2784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2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74">
                <a:tc gridSpan="2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RockLake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(CDL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2años+)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06">
                      <a:solidFill>
                        <a:srgbClr val="000000"/>
                      </a:solidFill>
                      <a:prstDash val="solid"/>
                    </a:lnR>
                    <a:lnB w="75706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90">
                <a:tc gridSpan="2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</a:pP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v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2400" u="heavy" spc="15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ty</a:t>
                      </a:r>
                      <a:r>
                        <a:rPr sz="2400" u="heavy" spc="15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F</a:t>
                      </a:r>
                      <a:r>
                        <a:rPr sz="2400" u="heavy" spc="-60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)</a:t>
                      </a:r>
                      <a:r>
                        <a:rPr sz="2400" u="heavy" spc="-20" dirty="0">
                          <a:solidFill>
                            <a:srgbClr val="2929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5706">
                      <a:solidFill>
                        <a:srgbClr val="000000"/>
                      </a:solidFill>
                      <a:prstDash val="solid"/>
                    </a:lnR>
                    <a:lnT w="75706">
                      <a:solidFill>
                        <a:srgbClr val="000000"/>
                      </a:solidFill>
                      <a:prstDash val="solid"/>
                    </a:lnT>
                    <a:lnB w="75706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64"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ONE80(CDL1Año+)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06">
                      <a:solidFill>
                        <a:srgbClr val="000000"/>
                      </a:solidFill>
                      <a:prstDash val="solid"/>
                    </a:lnT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7577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5706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82"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6267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TREATY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(RRG)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06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23244" y="57151"/>
            <a:ext cx="2651760" cy="2651760"/>
          </a:xfrm>
          <a:custGeom>
            <a:avLst/>
            <a:gdLst/>
            <a:ahLst/>
            <a:cxnLst/>
            <a:rect l="l" t="t" r="r" b="b"/>
            <a:pathLst>
              <a:path w="2651759" h="2651760">
                <a:moveTo>
                  <a:pt x="1325704" y="2651407"/>
                </a:moveTo>
                <a:lnTo>
                  <a:pt x="1216975" y="2647013"/>
                </a:lnTo>
                <a:lnTo>
                  <a:pt x="1110667" y="2634056"/>
                </a:lnTo>
                <a:lnTo>
                  <a:pt x="1007121" y="2612879"/>
                </a:lnTo>
                <a:lnTo>
                  <a:pt x="906678" y="2583822"/>
                </a:lnTo>
                <a:lnTo>
                  <a:pt x="809679" y="2547227"/>
                </a:lnTo>
                <a:lnTo>
                  <a:pt x="716466" y="2503435"/>
                </a:lnTo>
                <a:lnTo>
                  <a:pt x="627379" y="2452786"/>
                </a:lnTo>
                <a:lnTo>
                  <a:pt x="542760" y="2395623"/>
                </a:lnTo>
                <a:lnTo>
                  <a:pt x="462949" y="2332287"/>
                </a:lnTo>
                <a:lnTo>
                  <a:pt x="388289" y="2263118"/>
                </a:lnTo>
                <a:lnTo>
                  <a:pt x="319120" y="2188457"/>
                </a:lnTo>
                <a:lnTo>
                  <a:pt x="255783" y="2108647"/>
                </a:lnTo>
                <a:lnTo>
                  <a:pt x="198620" y="2024028"/>
                </a:lnTo>
                <a:lnTo>
                  <a:pt x="147972" y="1934941"/>
                </a:lnTo>
                <a:lnTo>
                  <a:pt x="104180" y="1841727"/>
                </a:lnTo>
                <a:lnTo>
                  <a:pt x="67584" y="1744728"/>
                </a:lnTo>
                <a:lnTo>
                  <a:pt x="38528" y="1644285"/>
                </a:lnTo>
                <a:lnTo>
                  <a:pt x="17350" y="1540739"/>
                </a:lnTo>
                <a:lnTo>
                  <a:pt x="4394" y="1434432"/>
                </a:lnTo>
                <a:lnTo>
                  <a:pt x="0" y="1325712"/>
                </a:lnTo>
                <a:lnTo>
                  <a:pt x="4394" y="1216975"/>
                </a:lnTo>
                <a:lnTo>
                  <a:pt x="17350" y="1110667"/>
                </a:lnTo>
                <a:lnTo>
                  <a:pt x="38528" y="1007121"/>
                </a:lnTo>
                <a:lnTo>
                  <a:pt x="67584" y="906678"/>
                </a:lnTo>
                <a:lnTo>
                  <a:pt x="104180" y="809679"/>
                </a:lnTo>
                <a:lnTo>
                  <a:pt x="147972" y="716466"/>
                </a:lnTo>
                <a:lnTo>
                  <a:pt x="198620" y="627379"/>
                </a:lnTo>
                <a:lnTo>
                  <a:pt x="255783" y="542760"/>
                </a:lnTo>
                <a:lnTo>
                  <a:pt x="319120" y="462949"/>
                </a:lnTo>
                <a:lnTo>
                  <a:pt x="388289" y="388289"/>
                </a:lnTo>
                <a:lnTo>
                  <a:pt x="462949" y="319120"/>
                </a:lnTo>
                <a:lnTo>
                  <a:pt x="542760" y="255783"/>
                </a:lnTo>
                <a:lnTo>
                  <a:pt x="627379" y="198620"/>
                </a:lnTo>
                <a:lnTo>
                  <a:pt x="716466" y="147972"/>
                </a:lnTo>
                <a:lnTo>
                  <a:pt x="809679" y="104180"/>
                </a:lnTo>
                <a:lnTo>
                  <a:pt x="906678" y="67584"/>
                </a:lnTo>
                <a:lnTo>
                  <a:pt x="1007121" y="38528"/>
                </a:lnTo>
                <a:lnTo>
                  <a:pt x="1110667" y="17350"/>
                </a:lnTo>
                <a:lnTo>
                  <a:pt x="1216975" y="4394"/>
                </a:lnTo>
                <a:lnTo>
                  <a:pt x="1325696" y="0"/>
                </a:lnTo>
                <a:lnTo>
                  <a:pt x="1434432" y="4394"/>
                </a:lnTo>
                <a:lnTo>
                  <a:pt x="1540740" y="17350"/>
                </a:lnTo>
                <a:lnTo>
                  <a:pt x="1644286" y="38528"/>
                </a:lnTo>
                <a:lnTo>
                  <a:pt x="1744728" y="67584"/>
                </a:lnTo>
                <a:lnTo>
                  <a:pt x="1841727" y="104180"/>
                </a:lnTo>
                <a:lnTo>
                  <a:pt x="1934941" y="147972"/>
                </a:lnTo>
                <a:lnTo>
                  <a:pt x="2024028" y="198620"/>
                </a:lnTo>
                <a:lnTo>
                  <a:pt x="2108647" y="255783"/>
                </a:lnTo>
                <a:lnTo>
                  <a:pt x="2188457" y="319120"/>
                </a:lnTo>
                <a:lnTo>
                  <a:pt x="2263118" y="388289"/>
                </a:lnTo>
                <a:lnTo>
                  <a:pt x="2332287" y="462949"/>
                </a:lnTo>
                <a:lnTo>
                  <a:pt x="2395623" y="542760"/>
                </a:lnTo>
                <a:lnTo>
                  <a:pt x="2452786" y="627379"/>
                </a:lnTo>
                <a:lnTo>
                  <a:pt x="2503435" y="716466"/>
                </a:lnTo>
                <a:lnTo>
                  <a:pt x="2547227" y="809679"/>
                </a:lnTo>
                <a:lnTo>
                  <a:pt x="2583822" y="906678"/>
                </a:lnTo>
                <a:lnTo>
                  <a:pt x="2612879" y="1007121"/>
                </a:lnTo>
                <a:lnTo>
                  <a:pt x="2634056" y="1110667"/>
                </a:lnTo>
                <a:lnTo>
                  <a:pt x="2647012" y="1216975"/>
                </a:lnTo>
                <a:lnTo>
                  <a:pt x="2651407" y="1325695"/>
                </a:lnTo>
                <a:lnTo>
                  <a:pt x="2647012" y="1434432"/>
                </a:lnTo>
                <a:lnTo>
                  <a:pt x="2634056" y="1540739"/>
                </a:lnTo>
                <a:lnTo>
                  <a:pt x="2612879" y="1644285"/>
                </a:lnTo>
                <a:lnTo>
                  <a:pt x="2583822" y="1744728"/>
                </a:lnTo>
                <a:lnTo>
                  <a:pt x="2547227" y="1841727"/>
                </a:lnTo>
                <a:lnTo>
                  <a:pt x="2503435" y="1934941"/>
                </a:lnTo>
                <a:lnTo>
                  <a:pt x="2452786" y="2024028"/>
                </a:lnTo>
                <a:lnTo>
                  <a:pt x="2395623" y="2108647"/>
                </a:lnTo>
                <a:lnTo>
                  <a:pt x="2332287" y="2188457"/>
                </a:lnTo>
                <a:lnTo>
                  <a:pt x="2263118" y="2263118"/>
                </a:lnTo>
                <a:lnTo>
                  <a:pt x="2188457" y="2332287"/>
                </a:lnTo>
                <a:lnTo>
                  <a:pt x="2108647" y="2395623"/>
                </a:lnTo>
                <a:lnTo>
                  <a:pt x="2024028" y="2452786"/>
                </a:lnTo>
                <a:lnTo>
                  <a:pt x="1934941" y="2503435"/>
                </a:lnTo>
                <a:lnTo>
                  <a:pt x="1841727" y="2547227"/>
                </a:lnTo>
                <a:lnTo>
                  <a:pt x="1744728" y="2583822"/>
                </a:lnTo>
                <a:lnTo>
                  <a:pt x="1644286" y="2612879"/>
                </a:lnTo>
                <a:lnTo>
                  <a:pt x="1540740" y="2634056"/>
                </a:lnTo>
                <a:lnTo>
                  <a:pt x="1434432" y="2647013"/>
                </a:lnTo>
                <a:lnTo>
                  <a:pt x="1325704" y="2651407"/>
                </a:lnTo>
                <a:close/>
              </a:path>
            </a:pathLst>
          </a:custGeom>
          <a:solidFill>
            <a:srgbClr val="E91B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51360" y="1188610"/>
            <a:ext cx="1995170" cy="444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35"/>
              </a:lnSpc>
            </a:pPr>
            <a:r>
              <a:rPr sz="3300" b="1" spc="-5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300" b="1" spc="-19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300" b="1" spc="1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3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300" b="1" spc="-3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3300" b="1" spc="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00" b="1" spc="14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8470" y="2835523"/>
            <a:ext cx="14807565" cy="2588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1095">
              <a:lnSpc>
                <a:spcPct val="100000"/>
              </a:lnSpc>
            </a:pPr>
            <a:r>
              <a:rPr sz="3700" spc="505" dirty="0">
                <a:latin typeface="Tahoma"/>
                <a:cs typeface="Tahoma"/>
              </a:rPr>
              <a:t>A</a:t>
            </a:r>
            <a:r>
              <a:rPr sz="3700" spc="225" dirty="0">
                <a:latin typeface="Tahoma"/>
                <a:cs typeface="Tahoma"/>
              </a:rPr>
              <a:t>S</a:t>
            </a:r>
            <a:r>
              <a:rPr sz="3700" spc="445" dirty="0">
                <a:latin typeface="Tahoma"/>
                <a:cs typeface="Tahoma"/>
              </a:rPr>
              <a:t>P</a:t>
            </a:r>
            <a:r>
              <a:rPr sz="3700" spc="330" dirty="0">
                <a:latin typeface="Tahoma"/>
                <a:cs typeface="Tahoma"/>
              </a:rPr>
              <a:t>EC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360" dirty="0">
                <a:latin typeface="Tahoma"/>
                <a:cs typeface="Tahoma"/>
              </a:rPr>
              <a:t>O</a:t>
            </a:r>
            <a:r>
              <a:rPr sz="3700" spc="225" dirty="0">
                <a:latin typeface="Tahoma"/>
                <a:cs typeface="Tahoma"/>
              </a:rPr>
              <a:t>S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509" dirty="0">
                <a:latin typeface="Tahoma"/>
                <a:cs typeface="Tahoma"/>
              </a:rPr>
              <a:t>A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34" dirty="0">
                <a:latin typeface="Tahoma"/>
                <a:cs typeface="Tahoma"/>
              </a:rPr>
              <a:t>N</a:t>
            </a:r>
            <a:r>
              <a:rPr sz="3700" spc="345" dirty="0">
                <a:latin typeface="Tahoma"/>
                <a:cs typeface="Tahoma"/>
              </a:rPr>
              <a:t>ER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40" dirty="0">
                <a:latin typeface="Tahoma"/>
                <a:cs typeface="Tahoma"/>
              </a:rPr>
              <a:t>N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330" dirty="0">
                <a:latin typeface="Tahoma"/>
                <a:cs typeface="Tahoma"/>
              </a:rPr>
              <a:t>C</a:t>
            </a:r>
            <a:r>
              <a:rPr sz="3700" spc="380" dirty="0">
                <a:latin typeface="Tahoma"/>
                <a:cs typeface="Tahoma"/>
              </a:rPr>
              <a:t>U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34" dirty="0">
                <a:latin typeface="Tahoma"/>
                <a:cs typeface="Tahoma"/>
              </a:rPr>
              <a:t>N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509" dirty="0">
                <a:latin typeface="Tahoma"/>
                <a:cs typeface="Tahoma"/>
              </a:rPr>
              <a:t>A</a:t>
            </a:r>
            <a:endParaRPr sz="3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5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10" dirty="0">
                <a:latin typeface="Tahoma"/>
                <a:cs typeface="Tahoma"/>
              </a:rPr>
              <a:t>-</a:t>
            </a:r>
            <a:r>
              <a:rPr sz="2800" spc="240" dirty="0">
                <a:latin typeface="Tahoma"/>
                <a:cs typeface="Tahoma"/>
              </a:rPr>
              <a:t>Co</a:t>
            </a:r>
            <a:r>
              <a:rPr sz="2800" spc="65" dirty="0">
                <a:latin typeface="Tahoma"/>
                <a:cs typeface="Tahoma"/>
              </a:rPr>
              <a:t>v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5" dirty="0">
                <a:latin typeface="Tahoma"/>
                <a:cs typeface="Tahoma"/>
              </a:rPr>
              <a:t>W</a:t>
            </a:r>
            <a:r>
              <a:rPr sz="2800" spc="295" dirty="0">
                <a:latin typeface="Tahoma"/>
                <a:cs typeface="Tahoma"/>
              </a:rPr>
              <a:t>h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85" dirty="0">
                <a:latin typeface="Tahoma"/>
                <a:cs typeface="Tahoma"/>
              </a:rPr>
              <a:t>(</a:t>
            </a:r>
            <a:r>
              <a:rPr sz="2800" spc="310" dirty="0">
                <a:latin typeface="Tahoma"/>
                <a:cs typeface="Tahoma"/>
              </a:rPr>
              <a:t>B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195" dirty="0">
                <a:latin typeface="Tahoma"/>
                <a:cs typeface="Tahoma"/>
              </a:rPr>
              <a:t>t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45" dirty="0">
                <a:latin typeface="Tahoma"/>
                <a:cs typeface="Tahoma"/>
              </a:rPr>
              <a:t>F</a:t>
            </a:r>
            <a:r>
              <a:rPr sz="2800" spc="160" dirty="0">
                <a:latin typeface="Tahoma"/>
                <a:cs typeface="Tahoma"/>
              </a:rPr>
              <a:t>ee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29" dirty="0">
                <a:latin typeface="Tahoma"/>
                <a:cs typeface="Tahoma"/>
              </a:rPr>
              <a:t>g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29" dirty="0">
                <a:latin typeface="Tahoma"/>
                <a:cs typeface="Tahoma"/>
              </a:rPr>
              <a:t>g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65" dirty="0">
                <a:latin typeface="Tahoma"/>
                <a:cs typeface="Tahoma"/>
              </a:rPr>
              <a:t>v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y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10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6495415" algn="l"/>
              </a:tabLst>
            </a:pPr>
            <a:r>
              <a:rPr sz="2800" spc="10" dirty="0">
                <a:latin typeface="Tahoma"/>
                <a:cs typeface="Tahoma"/>
              </a:rPr>
              <a:t>-</a:t>
            </a:r>
            <a:r>
              <a:rPr sz="2800" spc="250" dirty="0">
                <a:latin typeface="Tahoma"/>
                <a:cs typeface="Tahoma"/>
              </a:rPr>
              <a:t>C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160" dirty="0">
                <a:latin typeface="Tahoma"/>
                <a:cs typeface="Tahoma"/>
              </a:rPr>
              <a:t>ea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b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265" dirty="0">
                <a:latin typeface="Tahoma"/>
                <a:cs typeface="Tahoma"/>
              </a:rPr>
              <a:t>u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b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5" dirty="0">
                <a:latin typeface="Tahoma"/>
                <a:cs typeface="Tahoma"/>
              </a:rPr>
              <a:t>j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q</a:t>
            </a:r>
            <a:r>
              <a:rPr sz="2800" spc="265" dirty="0">
                <a:latin typeface="Tahoma"/>
                <a:cs typeface="Tahoma"/>
              </a:rPr>
              <a:t>u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20" dirty="0">
                <a:latin typeface="Tahoma"/>
                <a:cs typeface="Tahoma"/>
              </a:rPr>
              <a:t>T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265" dirty="0">
                <a:latin typeface="Tahoma"/>
                <a:cs typeface="Tahoma"/>
              </a:rPr>
              <a:t>u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T</a:t>
            </a:r>
            <a:r>
              <a:rPr sz="2800" spc="305" dirty="0">
                <a:latin typeface="Tahoma"/>
                <a:cs typeface="Tahoma"/>
              </a:rPr>
              <a:t>X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ts val="3354"/>
              </a:lnSpc>
              <a:spcBef>
                <a:spcPts val="240"/>
              </a:spcBef>
              <a:tabLst>
                <a:tab pos="9062720" algn="l"/>
              </a:tabLst>
            </a:pPr>
            <a:r>
              <a:rPr sz="2800" spc="10" dirty="0">
                <a:latin typeface="Tahoma"/>
                <a:cs typeface="Tahoma"/>
              </a:rPr>
              <a:t>-</a:t>
            </a:r>
            <a:r>
              <a:rPr sz="2800" spc="310" dirty="0">
                <a:latin typeface="Tahoma"/>
                <a:cs typeface="Tahoma"/>
              </a:rPr>
              <a:t>B</a:t>
            </a:r>
            <a:r>
              <a:rPr sz="2800" spc="170" dirty="0">
                <a:latin typeface="Tahoma"/>
                <a:cs typeface="Tahoma"/>
              </a:rPr>
              <a:t>S</a:t>
            </a:r>
            <a:r>
              <a:rPr sz="2800" spc="275" dirty="0">
                <a:latin typeface="Tahoma"/>
                <a:cs typeface="Tahoma"/>
              </a:rPr>
              <a:t>R</a:t>
            </a:r>
            <a:r>
              <a:rPr sz="2800" spc="-185" dirty="0">
                <a:latin typeface="Tahoma"/>
                <a:cs typeface="Tahoma"/>
              </a:rPr>
              <a:t>(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195" dirty="0">
                <a:latin typeface="Tahoma"/>
                <a:cs typeface="Tahoma"/>
              </a:rPr>
              <a:t>t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65" dirty="0">
                <a:latin typeface="Tahoma"/>
                <a:cs typeface="Tahoma"/>
              </a:rPr>
              <a:t>v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2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ñ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250" dirty="0">
                <a:latin typeface="Tahoma"/>
                <a:cs typeface="Tahoma"/>
              </a:rPr>
              <a:t>C</a:t>
            </a:r>
            <a:r>
              <a:rPr sz="2800" spc="260" dirty="0">
                <a:latin typeface="Tahoma"/>
                <a:cs typeface="Tahoma"/>
              </a:rPr>
              <a:t>D</a:t>
            </a:r>
            <a:r>
              <a:rPr sz="2800" spc="95" dirty="0">
                <a:latin typeface="Tahoma"/>
                <a:cs typeface="Tahoma"/>
              </a:rPr>
              <a:t>L</a:t>
            </a:r>
            <a:r>
              <a:rPr sz="2800" spc="-110" dirty="0">
                <a:latin typeface="Tahoma"/>
                <a:cs typeface="Tahoma"/>
              </a:rPr>
              <a:t>)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80" dirty="0">
                <a:latin typeface="Tahoma"/>
                <a:cs typeface="Tahoma"/>
              </a:rPr>
              <a:t>y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b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2</a:t>
            </a:r>
            <a:r>
              <a:rPr sz="2800" spc="75" dirty="0">
                <a:latin typeface="Tahoma"/>
                <a:cs typeface="Tahoma"/>
              </a:rPr>
              <a:t>5</a:t>
            </a:r>
            <a:r>
              <a:rPr sz="2800" spc="-30" dirty="0">
                <a:latin typeface="Tahoma"/>
                <a:cs typeface="Tahoma"/>
              </a:rPr>
              <a:t>%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409" dirty="0">
                <a:latin typeface="Tahoma"/>
                <a:cs typeface="Tahoma"/>
              </a:rPr>
              <a:t>w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80" dirty="0">
                <a:latin typeface="Tahoma"/>
                <a:cs typeface="Tahoma"/>
              </a:rPr>
              <a:t>y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195" dirty="0">
                <a:latin typeface="Tahoma"/>
                <a:cs typeface="Tahoma"/>
              </a:rPr>
              <a:t>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89880" y="149911"/>
            <a:ext cx="3174365" cy="2651760"/>
          </a:xfrm>
          <a:custGeom>
            <a:avLst/>
            <a:gdLst/>
            <a:ahLst/>
            <a:cxnLst/>
            <a:rect l="l" t="t" r="r" b="b"/>
            <a:pathLst>
              <a:path w="3174365" h="2651760">
                <a:moveTo>
                  <a:pt x="1586908" y="2651407"/>
                </a:moveTo>
                <a:lnTo>
                  <a:pt x="1456757" y="2647012"/>
                </a:lnTo>
                <a:lnTo>
                  <a:pt x="1329503" y="2634056"/>
                </a:lnTo>
                <a:lnTo>
                  <a:pt x="1205556" y="2612879"/>
                </a:lnTo>
                <a:lnTo>
                  <a:pt x="1085322" y="2583822"/>
                </a:lnTo>
                <a:lnTo>
                  <a:pt x="969212" y="2547227"/>
                </a:lnTo>
                <a:lnTo>
                  <a:pt x="857632" y="2503434"/>
                </a:lnTo>
                <a:lnTo>
                  <a:pt x="750992" y="2452786"/>
                </a:lnTo>
                <a:lnTo>
                  <a:pt x="649700" y="2395623"/>
                </a:lnTo>
                <a:lnTo>
                  <a:pt x="554165" y="2332286"/>
                </a:lnTo>
                <a:lnTo>
                  <a:pt x="464794" y="2263117"/>
                </a:lnTo>
                <a:lnTo>
                  <a:pt x="381997" y="2188457"/>
                </a:lnTo>
                <a:lnTo>
                  <a:pt x="306181" y="2108647"/>
                </a:lnTo>
                <a:lnTo>
                  <a:pt x="237755" y="2024027"/>
                </a:lnTo>
                <a:lnTo>
                  <a:pt x="177127" y="1934940"/>
                </a:lnTo>
                <a:lnTo>
                  <a:pt x="124707" y="1841727"/>
                </a:lnTo>
                <a:lnTo>
                  <a:pt x="80901" y="1744728"/>
                </a:lnTo>
                <a:lnTo>
                  <a:pt x="46119" y="1644285"/>
                </a:lnTo>
                <a:lnTo>
                  <a:pt x="20769" y="1540739"/>
                </a:lnTo>
                <a:lnTo>
                  <a:pt x="5260" y="1434431"/>
                </a:lnTo>
                <a:lnTo>
                  <a:pt x="0" y="1325703"/>
                </a:lnTo>
                <a:lnTo>
                  <a:pt x="5260" y="1216975"/>
                </a:lnTo>
                <a:lnTo>
                  <a:pt x="20769" y="1110667"/>
                </a:lnTo>
                <a:lnTo>
                  <a:pt x="46119" y="1007121"/>
                </a:lnTo>
                <a:lnTo>
                  <a:pt x="80901" y="906678"/>
                </a:lnTo>
                <a:lnTo>
                  <a:pt x="124707" y="809679"/>
                </a:lnTo>
                <a:lnTo>
                  <a:pt x="177127" y="716466"/>
                </a:lnTo>
                <a:lnTo>
                  <a:pt x="237755" y="627379"/>
                </a:lnTo>
                <a:lnTo>
                  <a:pt x="306181" y="542759"/>
                </a:lnTo>
                <a:lnTo>
                  <a:pt x="381997" y="462949"/>
                </a:lnTo>
                <a:lnTo>
                  <a:pt x="464794" y="388289"/>
                </a:lnTo>
                <a:lnTo>
                  <a:pt x="554165" y="319120"/>
                </a:lnTo>
                <a:lnTo>
                  <a:pt x="649700" y="255783"/>
                </a:lnTo>
                <a:lnTo>
                  <a:pt x="750992" y="198620"/>
                </a:lnTo>
                <a:lnTo>
                  <a:pt x="857632" y="147972"/>
                </a:lnTo>
                <a:lnTo>
                  <a:pt x="969212" y="104179"/>
                </a:lnTo>
                <a:lnTo>
                  <a:pt x="1085322" y="67584"/>
                </a:lnTo>
                <a:lnTo>
                  <a:pt x="1205556" y="38528"/>
                </a:lnTo>
                <a:lnTo>
                  <a:pt x="1329503" y="17350"/>
                </a:lnTo>
                <a:lnTo>
                  <a:pt x="1456757" y="4394"/>
                </a:lnTo>
                <a:lnTo>
                  <a:pt x="1586894" y="0"/>
                </a:lnTo>
                <a:lnTo>
                  <a:pt x="1717060" y="4394"/>
                </a:lnTo>
                <a:lnTo>
                  <a:pt x="1844313" y="17350"/>
                </a:lnTo>
                <a:lnTo>
                  <a:pt x="1968261" y="38528"/>
                </a:lnTo>
                <a:lnTo>
                  <a:pt x="2088494" y="67584"/>
                </a:lnTo>
                <a:lnTo>
                  <a:pt x="2204605" y="104179"/>
                </a:lnTo>
                <a:lnTo>
                  <a:pt x="2316184" y="147972"/>
                </a:lnTo>
                <a:lnTo>
                  <a:pt x="2422824" y="198620"/>
                </a:lnTo>
                <a:lnTo>
                  <a:pt x="2524116" y="255783"/>
                </a:lnTo>
                <a:lnTo>
                  <a:pt x="2619651" y="319120"/>
                </a:lnTo>
                <a:lnTo>
                  <a:pt x="2709022" y="388289"/>
                </a:lnTo>
                <a:lnTo>
                  <a:pt x="2791819" y="462949"/>
                </a:lnTo>
                <a:lnTo>
                  <a:pt x="2867635" y="542759"/>
                </a:lnTo>
                <a:lnTo>
                  <a:pt x="2936061" y="627379"/>
                </a:lnTo>
                <a:lnTo>
                  <a:pt x="2996689" y="716466"/>
                </a:lnTo>
                <a:lnTo>
                  <a:pt x="3049109" y="809679"/>
                </a:lnTo>
                <a:lnTo>
                  <a:pt x="3092915" y="906678"/>
                </a:lnTo>
                <a:lnTo>
                  <a:pt x="3127697" y="1007121"/>
                </a:lnTo>
                <a:lnTo>
                  <a:pt x="3153046" y="1110667"/>
                </a:lnTo>
                <a:lnTo>
                  <a:pt x="3168556" y="1216975"/>
                </a:lnTo>
                <a:lnTo>
                  <a:pt x="3173816" y="1325703"/>
                </a:lnTo>
                <a:lnTo>
                  <a:pt x="3168556" y="1434431"/>
                </a:lnTo>
                <a:lnTo>
                  <a:pt x="3153046" y="1540739"/>
                </a:lnTo>
                <a:lnTo>
                  <a:pt x="3127697" y="1644285"/>
                </a:lnTo>
                <a:lnTo>
                  <a:pt x="3092915" y="1744728"/>
                </a:lnTo>
                <a:lnTo>
                  <a:pt x="3049109" y="1841727"/>
                </a:lnTo>
                <a:lnTo>
                  <a:pt x="2996689" y="1934940"/>
                </a:lnTo>
                <a:lnTo>
                  <a:pt x="2936061" y="2024027"/>
                </a:lnTo>
                <a:lnTo>
                  <a:pt x="2867635" y="2108647"/>
                </a:lnTo>
                <a:lnTo>
                  <a:pt x="2791819" y="2188457"/>
                </a:lnTo>
                <a:lnTo>
                  <a:pt x="2709022" y="2263117"/>
                </a:lnTo>
                <a:lnTo>
                  <a:pt x="2619651" y="2332286"/>
                </a:lnTo>
                <a:lnTo>
                  <a:pt x="2524116" y="2395623"/>
                </a:lnTo>
                <a:lnTo>
                  <a:pt x="2422824" y="2452786"/>
                </a:lnTo>
                <a:lnTo>
                  <a:pt x="2316184" y="2503434"/>
                </a:lnTo>
                <a:lnTo>
                  <a:pt x="2204605" y="2547227"/>
                </a:lnTo>
                <a:lnTo>
                  <a:pt x="2088494" y="2583822"/>
                </a:lnTo>
                <a:lnTo>
                  <a:pt x="1968261" y="2612879"/>
                </a:lnTo>
                <a:lnTo>
                  <a:pt x="1844313" y="2634056"/>
                </a:lnTo>
                <a:lnTo>
                  <a:pt x="1717060" y="2647012"/>
                </a:lnTo>
                <a:lnTo>
                  <a:pt x="1586908" y="2651407"/>
                </a:lnTo>
                <a:close/>
              </a:path>
            </a:pathLst>
          </a:cu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88721" y="1283846"/>
            <a:ext cx="2576681" cy="500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35"/>
              </a:lnSpc>
            </a:pP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spc="70" dirty="0">
                <a:solidFill>
                  <a:schemeClr val="tx1"/>
                </a:solidFill>
                <a:latin typeface="Arial"/>
                <a:cs typeface="Arial"/>
              </a:rPr>
              <a:t>O</a:t>
            </a:r>
            <a:r>
              <a:rPr spc="215" dirty="0"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spc="-5" dirty="0">
                <a:solidFill>
                  <a:schemeClr val="tx1"/>
                </a:solidFill>
                <a:latin typeface="Arial"/>
                <a:cs typeface="Arial"/>
              </a:rPr>
              <a:t>TR</a:t>
            </a:r>
            <a:r>
              <a:rPr spc="90" dirty="0">
                <a:solidFill>
                  <a:schemeClr val="tx1"/>
                </a:solidFill>
                <a:latin typeface="Arial"/>
                <a:cs typeface="Arial"/>
              </a:rPr>
              <a:t>U</a:t>
            </a:r>
            <a:r>
              <a:rPr spc="-125" dirty="0">
                <a:solidFill>
                  <a:schemeClr val="tx1"/>
                </a:solidFill>
                <a:latin typeface="Arial"/>
                <a:cs typeface="Arial"/>
              </a:rPr>
              <a:t>C</a:t>
            </a:r>
            <a:r>
              <a:rPr spc="70" dirty="0">
                <a:solidFill>
                  <a:schemeClr val="tx1"/>
                </a:solidFill>
                <a:latin typeface="Arial"/>
                <a:cs typeface="Arial"/>
              </a:rPr>
              <a:t>K</a:t>
            </a:r>
          </a:p>
        </p:txBody>
      </p:sp>
      <p:sp>
        <p:nvSpPr>
          <p:cNvPr id="4" name="object 4"/>
          <p:cNvSpPr/>
          <p:nvPr/>
        </p:nvSpPr>
        <p:spPr>
          <a:xfrm>
            <a:off x="526256" y="324863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6586" y="324863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6256" y="3248632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8496" y="4565117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8826" y="4565118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8496" y="4565117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8855" y="2896529"/>
            <a:ext cx="23488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500" dirty="0">
                <a:solidFill>
                  <a:srgbClr val="292929"/>
                </a:solidFill>
                <a:latin typeface="Calibri"/>
                <a:cs typeface="Calibri"/>
              </a:rPr>
              <a:t>W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45" dirty="0">
                <a:solidFill>
                  <a:srgbClr val="292929"/>
                </a:solidFill>
                <a:latin typeface="Calibri"/>
                <a:cs typeface="Calibri"/>
              </a:rPr>
              <a:t>V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29" dirty="0">
                <a:solidFill>
                  <a:srgbClr val="292929"/>
                </a:solidFill>
                <a:latin typeface="Calibri"/>
                <a:cs typeface="Calibri"/>
              </a:rPr>
              <a:t>T</a:t>
            </a:r>
            <a:r>
              <a:rPr sz="2400" b="1" spc="195" dirty="0">
                <a:solidFill>
                  <a:srgbClr val="292929"/>
                </a:solidFill>
                <a:latin typeface="Calibri"/>
                <a:cs typeface="Calibri"/>
              </a:rPr>
              <a:t>U</a:t>
            </a:r>
            <a:r>
              <a:rPr sz="2400" b="1" spc="355" dirty="0">
                <a:solidFill>
                  <a:srgbClr val="292929"/>
                </a:solidFill>
                <a:latin typeface="Calibri"/>
                <a:cs typeface="Calibri"/>
              </a:rPr>
              <a:t>R</a:t>
            </a:r>
            <a:r>
              <a:rPr sz="2400" b="1" spc="210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0736" y="5881598"/>
            <a:ext cx="3344545" cy="918844"/>
          </a:xfrm>
          <a:custGeom>
            <a:avLst/>
            <a:gdLst/>
            <a:ahLst/>
            <a:cxnLst/>
            <a:rect l="l" t="t" r="r" b="b"/>
            <a:pathLst>
              <a:path w="3344545" h="918845">
                <a:moveTo>
                  <a:pt x="0" y="0"/>
                </a:moveTo>
                <a:lnTo>
                  <a:pt x="3344168" y="0"/>
                </a:lnTo>
                <a:lnTo>
                  <a:pt x="3344168" y="918515"/>
                </a:lnTo>
                <a:lnTo>
                  <a:pt x="0" y="9185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0879" y="5881597"/>
            <a:ext cx="3343275" cy="914400"/>
          </a:xfrm>
          <a:custGeom>
            <a:avLst/>
            <a:gdLst/>
            <a:ahLst/>
            <a:cxnLst/>
            <a:rect l="l" t="t" r="r" b="b"/>
            <a:pathLst>
              <a:path w="3343275" h="914400">
                <a:moveTo>
                  <a:pt x="3342989" y="0"/>
                </a:moveTo>
                <a:lnTo>
                  <a:pt x="3342989" y="914399"/>
                </a:lnTo>
                <a:lnTo>
                  <a:pt x="0" y="914399"/>
                </a:lnTo>
              </a:path>
            </a:pathLst>
          </a:custGeom>
          <a:ln w="75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0736" y="5881598"/>
            <a:ext cx="3343275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5620" marR="503555" indent="478790">
              <a:lnSpc>
                <a:spcPct val="1068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1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3030" y="7484089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3360" y="748409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3030" y="7484089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91451" y="322958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91781" y="322958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91451" y="3229582"/>
            <a:ext cx="33686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03747" y="4650929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4078" y="4650929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503747" y="4650929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54050" y="2877479"/>
            <a:ext cx="9925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35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70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28343" y="6072279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28673" y="6072279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528343" y="6072279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16045" y="7493629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16375" y="7493629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516045" y="7493629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233210" y="3209785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33541" y="3209785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574870" y="3370186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73770" y="2857685"/>
            <a:ext cx="12172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575" dirty="0">
                <a:solidFill>
                  <a:srgbClr val="292929"/>
                </a:solidFill>
                <a:latin typeface="Calibri"/>
                <a:cs typeface="Calibri"/>
              </a:rPr>
              <a:t>2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446517" y="2896529"/>
            <a:ext cx="12738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75" dirty="0">
                <a:solidFill>
                  <a:srgbClr val="292929"/>
                </a:solidFill>
                <a:latin typeface="Calibri"/>
                <a:cs typeface="Calibri"/>
              </a:rPr>
              <a:t>3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229178" y="4634555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29509" y="4634555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229178" y="4634555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233210" y="6079116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233541" y="6079116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233210" y="6079116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233210" y="752125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33541" y="752125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233210" y="7521251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853584" y="322958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853915" y="322958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1853584" y="3229582"/>
            <a:ext cx="33686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849552" y="4654349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1849883" y="4654349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1849552" y="4654349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849552" y="6090398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1849883" y="6090398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1849552" y="6090398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1849552" y="7526446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849883" y="7526446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1849552" y="7526446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76547" y="707451"/>
            <a:ext cx="1892300" cy="153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spc="13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30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00" b="1" spc="1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300" b="1" spc="1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300" b="1" spc="1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300" b="1" spc="19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300">
              <a:latin typeface="Arial"/>
              <a:cs typeface="Arial"/>
            </a:endParaRPr>
          </a:p>
          <a:p>
            <a:pPr marL="92710" marR="84455" algn="ctr">
              <a:lnSpc>
                <a:spcPct val="108000"/>
              </a:lnSpc>
            </a:pPr>
            <a:r>
              <a:rPr sz="3300" b="1" spc="-100" dirty="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sz="330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300" b="1" spc="15" dirty="0">
                <a:solidFill>
                  <a:srgbClr val="FFFFFF"/>
                </a:solidFill>
                <a:latin typeface="Arial"/>
                <a:cs typeface="Arial"/>
              </a:rPr>
              <a:t>EE</a:t>
            </a:r>
            <a:r>
              <a:rPr sz="3300" b="1" spc="-5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300" b="1" spc="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3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2416" y="511349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2746" y="511349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4075" y="671750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1758" y="118191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089" y="118191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97135" y="1342313"/>
            <a:ext cx="22567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924" y="1852475"/>
            <a:ext cx="3488690" cy="633730"/>
          </a:xfrm>
          <a:custGeom>
            <a:avLst/>
            <a:gdLst/>
            <a:ahLst/>
            <a:cxnLst/>
            <a:rect l="l" t="t" r="r" b="b"/>
            <a:pathLst>
              <a:path w="3488690" h="633730">
                <a:moveTo>
                  <a:pt x="0" y="0"/>
                </a:moveTo>
                <a:lnTo>
                  <a:pt x="3488521" y="0"/>
                </a:lnTo>
                <a:lnTo>
                  <a:pt x="3488521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235" y="1852475"/>
            <a:ext cx="3486150" cy="628650"/>
          </a:xfrm>
          <a:custGeom>
            <a:avLst/>
            <a:gdLst/>
            <a:ahLst/>
            <a:cxnLst/>
            <a:rect l="l" t="t" r="r" b="b"/>
            <a:pathLst>
              <a:path w="3486150" h="628650">
                <a:moveTo>
                  <a:pt x="3485528" y="0"/>
                </a:moveTo>
                <a:lnTo>
                  <a:pt x="3485528" y="628649"/>
                </a:lnTo>
                <a:lnTo>
                  <a:pt x="0" y="628649"/>
                </a:lnTo>
              </a:path>
            </a:pathLst>
          </a:custGeom>
          <a:ln w="757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0053" y="2012876"/>
            <a:ext cx="23387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3073" y="2505003"/>
            <a:ext cx="3496945" cy="633730"/>
          </a:xfrm>
          <a:custGeom>
            <a:avLst/>
            <a:gdLst/>
            <a:ahLst/>
            <a:cxnLst/>
            <a:rect l="l" t="t" r="r" b="b"/>
            <a:pathLst>
              <a:path w="3496945" h="633730">
                <a:moveTo>
                  <a:pt x="0" y="0"/>
                </a:moveTo>
                <a:lnTo>
                  <a:pt x="3496541" y="0"/>
                </a:lnTo>
                <a:lnTo>
                  <a:pt x="3496541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397" y="2505003"/>
            <a:ext cx="3495040" cy="628650"/>
          </a:xfrm>
          <a:custGeom>
            <a:avLst/>
            <a:gdLst/>
            <a:ahLst/>
            <a:cxnLst/>
            <a:rect l="l" t="t" r="r" b="b"/>
            <a:pathLst>
              <a:path w="3495040" h="628650">
                <a:moveTo>
                  <a:pt x="3495027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9939" y="2665404"/>
            <a:ext cx="332676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8855" y="159244"/>
            <a:ext cx="23488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500" dirty="0">
                <a:solidFill>
                  <a:srgbClr val="292929"/>
                </a:solidFill>
                <a:latin typeface="Calibri"/>
                <a:cs typeface="Calibri"/>
              </a:rPr>
              <a:t>W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45" dirty="0">
                <a:solidFill>
                  <a:srgbClr val="292929"/>
                </a:solidFill>
                <a:latin typeface="Calibri"/>
                <a:cs typeface="Calibri"/>
              </a:rPr>
              <a:t>V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29" dirty="0">
                <a:solidFill>
                  <a:srgbClr val="292929"/>
                </a:solidFill>
                <a:latin typeface="Calibri"/>
                <a:cs typeface="Calibri"/>
              </a:rPr>
              <a:t>T</a:t>
            </a:r>
            <a:r>
              <a:rPr sz="2400" b="1" spc="195" dirty="0">
                <a:solidFill>
                  <a:srgbClr val="292929"/>
                </a:solidFill>
                <a:latin typeface="Calibri"/>
                <a:cs typeface="Calibri"/>
              </a:rPr>
              <a:t>U</a:t>
            </a:r>
            <a:r>
              <a:rPr sz="2400" b="1" spc="355" dirty="0">
                <a:solidFill>
                  <a:srgbClr val="292929"/>
                </a:solidFill>
                <a:latin typeface="Calibri"/>
                <a:cs typeface="Calibri"/>
              </a:rPr>
              <a:t>R</a:t>
            </a:r>
            <a:r>
              <a:rPr sz="2400" b="1" spc="210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5098" y="3193565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5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427" y="3193565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0"/>
                </a:moveTo>
                <a:lnTo>
                  <a:pt x="3342616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78610" y="3353966"/>
            <a:ext cx="20808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9627" y="386417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957" y="386417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62680" y="4024571"/>
            <a:ext cx="2301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6005" y="4534739"/>
            <a:ext cx="3496945" cy="633730"/>
          </a:xfrm>
          <a:custGeom>
            <a:avLst/>
            <a:gdLst/>
            <a:ahLst/>
            <a:cxnLst/>
            <a:rect l="l" t="t" r="r" b="b"/>
            <a:pathLst>
              <a:path w="3496945" h="633729">
                <a:moveTo>
                  <a:pt x="0" y="0"/>
                </a:moveTo>
                <a:lnTo>
                  <a:pt x="3496541" y="0"/>
                </a:lnTo>
                <a:lnTo>
                  <a:pt x="3496541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6316" y="4534739"/>
            <a:ext cx="3495040" cy="628650"/>
          </a:xfrm>
          <a:custGeom>
            <a:avLst/>
            <a:gdLst/>
            <a:ahLst/>
            <a:cxnLst/>
            <a:rect l="l" t="t" r="r" b="b"/>
            <a:pathLst>
              <a:path w="3495040" h="628650">
                <a:moveTo>
                  <a:pt x="3495051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6005" y="4534739"/>
            <a:ext cx="349694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235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90" dirty="0">
                <a:solidFill>
                  <a:srgbClr val="292929"/>
                </a:solidFill>
                <a:latin typeface="Tahoma"/>
                <a:cs typeface="Tahoma"/>
              </a:rPr>
              <a:t>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21833" y="4591889"/>
            <a:ext cx="3517900" cy="633095"/>
          </a:xfrm>
          <a:custGeom>
            <a:avLst/>
            <a:gdLst/>
            <a:ahLst/>
            <a:cxnLst/>
            <a:rect l="l" t="t" r="r" b="b"/>
            <a:pathLst>
              <a:path w="3517900" h="633095">
                <a:moveTo>
                  <a:pt x="0" y="632507"/>
                </a:moveTo>
                <a:lnTo>
                  <a:pt x="0" y="0"/>
                </a:lnTo>
                <a:lnTo>
                  <a:pt x="3517437" y="0"/>
                </a:lnTo>
                <a:lnTo>
                  <a:pt x="3517437" y="632507"/>
                </a:lnTo>
                <a:lnTo>
                  <a:pt x="0" y="632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12610" y="5178355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375777" y="7273566"/>
            <a:ext cx="3865879" cy="633730"/>
          </a:xfrm>
          <a:custGeom>
            <a:avLst/>
            <a:gdLst/>
            <a:ahLst/>
            <a:cxnLst/>
            <a:rect l="l" t="t" r="r" b="b"/>
            <a:pathLst>
              <a:path w="3865879" h="633729">
                <a:moveTo>
                  <a:pt x="0" y="0"/>
                </a:moveTo>
                <a:lnTo>
                  <a:pt x="3865442" y="0"/>
                </a:lnTo>
                <a:lnTo>
                  <a:pt x="3865442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376179" y="7273566"/>
            <a:ext cx="3866515" cy="628650"/>
          </a:xfrm>
          <a:custGeom>
            <a:avLst/>
            <a:gdLst/>
            <a:ahLst/>
            <a:cxnLst/>
            <a:rect l="l" t="t" r="r" b="b"/>
            <a:pathLst>
              <a:path w="3866515" h="628650">
                <a:moveTo>
                  <a:pt x="3866344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379971" y="2505003"/>
            <a:ext cx="3571240" cy="628650"/>
          </a:xfrm>
          <a:custGeom>
            <a:avLst/>
            <a:gdLst/>
            <a:ahLst/>
            <a:cxnLst/>
            <a:rect l="l" t="t" r="r" b="b"/>
            <a:pathLst>
              <a:path w="3571240" h="628650">
                <a:moveTo>
                  <a:pt x="357111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390176" y="3156995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5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390504" y="3156995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0"/>
                </a:moveTo>
                <a:lnTo>
                  <a:pt x="3342616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474609" y="2517752"/>
            <a:ext cx="3737610" cy="633730"/>
          </a:xfrm>
          <a:custGeom>
            <a:avLst/>
            <a:gdLst/>
            <a:ahLst/>
            <a:cxnLst/>
            <a:rect l="l" t="t" r="r" b="b"/>
            <a:pathLst>
              <a:path w="3737609" h="633730">
                <a:moveTo>
                  <a:pt x="0" y="0"/>
                </a:moveTo>
                <a:lnTo>
                  <a:pt x="3737128" y="0"/>
                </a:lnTo>
                <a:lnTo>
                  <a:pt x="373712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475010" y="2517752"/>
            <a:ext cx="3733165" cy="628650"/>
          </a:xfrm>
          <a:custGeom>
            <a:avLst/>
            <a:gdLst/>
            <a:ahLst/>
            <a:cxnLst/>
            <a:rect l="l" t="t" r="r" b="b"/>
            <a:pathLst>
              <a:path w="3733165" h="628650">
                <a:moveTo>
                  <a:pt x="3732998" y="0"/>
                </a:moveTo>
                <a:lnTo>
                  <a:pt x="3732998" y="628649"/>
                </a:lnTo>
                <a:lnTo>
                  <a:pt x="0" y="628649"/>
                </a:lnTo>
              </a:path>
            </a:pathLst>
          </a:custGeom>
          <a:ln w="75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2480800" y="3188356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4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2481129" y="3188356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0"/>
                </a:moveTo>
                <a:lnTo>
                  <a:pt x="3342616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488364" y="382760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2488694" y="382760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754050" y="140194"/>
            <a:ext cx="9925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35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70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59896" y="4752290"/>
            <a:ext cx="32416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76335" y="7433967"/>
            <a:ext cx="3668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720870" y="140194"/>
            <a:ext cx="12172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575" dirty="0">
                <a:solidFill>
                  <a:srgbClr val="292929"/>
                </a:solidFill>
                <a:latin typeface="Calibri"/>
                <a:cs typeface="Calibri"/>
              </a:rPr>
              <a:t>2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971450" y="140194"/>
            <a:ext cx="12738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75" dirty="0">
                <a:solidFill>
                  <a:srgbClr val="292929"/>
                </a:solidFill>
                <a:latin typeface="Calibri"/>
                <a:cs typeface="Calibri"/>
              </a:rPr>
              <a:t>3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379593" y="2505003"/>
            <a:ext cx="3573779" cy="6330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X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193203" y="3317396"/>
            <a:ext cx="17418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48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2616690" y="2678153"/>
            <a:ext cx="338327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X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283827" y="3348757"/>
            <a:ext cx="17418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48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486503" y="3988001"/>
            <a:ext cx="1371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397760" y="380855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398090" y="380855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8930813" y="3968951"/>
            <a:ext cx="2301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393351" y="4496680"/>
            <a:ext cx="3517900" cy="633095"/>
          </a:xfrm>
          <a:custGeom>
            <a:avLst/>
            <a:gdLst/>
            <a:ahLst/>
            <a:cxnLst/>
            <a:rect l="l" t="t" r="r" b="b"/>
            <a:pathLst>
              <a:path w="3517900" h="633095">
                <a:moveTo>
                  <a:pt x="0" y="0"/>
                </a:moveTo>
                <a:lnTo>
                  <a:pt x="3517437" y="0"/>
                </a:lnTo>
                <a:lnTo>
                  <a:pt x="3517437" y="632507"/>
                </a:lnTo>
                <a:lnTo>
                  <a:pt x="0" y="6325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393715" y="4496680"/>
            <a:ext cx="3514090" cy="628650"/>
          </a:xfrm>
          <a:custGeom>
            <a:avLst/>
            <a:gdLst/>
            <a:ahLst/>
            <a:cxnLst/>
            <a:rect l="l" t="t" r="r" b="b"/>
            <a:pathLst>
              <a:path w="3514090" h="628650">
                <a:moveTo>
                  <a:pt x="3513995" y="0"/>
                </a:moveTo>
                <a:lnTo>
                  <a:pt x="3513995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8531413" y="4657082"/>
            <a:ext cx="32416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384127" y="508315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384457" y="508315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9089225" y="5243553"/>
            <a:ext cx="19577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409082" y="5752591"/>
            <a:ext cx="3356610" cy="633095"/>
          </a:xfrm>
          <a:custGeom>
            <a:avLst/>
            <a:gdLst/>
            <a:ahLst/>
            <a:cxnLst/>
            <a:rect l="l" t="t" r="r" b="b"/>
            <a:pathLst>
              <a:path w="3356609" h="633095">
                <a:moveTo>
                  <a:pt x="0" y="632508"/>
                </a:moveTo>
                <a:lnTo>
                  <a:pt x="0" y="0"/>
                </a:lnTo>
                <a:lnTo>
                  <a:pt x="3356226" y="0"/>
                </a:lnTo>
                <a:lnTo>
                  <a:pt x="3356226" y="632508"/>
                </a:lnTo>
                <a:lnTo>
                  <a:pt x="0" y="6325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409444" y="5752590"/>
            <a:ext cx="3352165" cy="628650"/>
          </a:xfrm>
          <a:custGeom>
            <a:avLst/>
            <a:gdLst/>
            <a:ahLst/>
            <a:cxnLst/>
            <a:rect l="l" t="t" r="r" b="b"/>
            <a:pathLst>
              <a:path w="3352165" h="628650">
                <a:moveTo>
                  <a:pt x="3352075" y="0"/>
                </a:moveTo>
                <a:lnTo>
                  <a:pt x="3352075" y="628649"/>
                </a:lnTo>
                <a:lnTo>
                  <a:pt x="0" y="628649"/>
                </a:lnTo>
              </a:path>
            </a:pathLst>
          </a:custGeom>
          <a:ln w="757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9801171" y="5912991"/>
            <a:ext cx="650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8414797" y="6422028"/>
            <a:ext cx="3328670" cy="633730"/>
          </a:xfrm>
          <a:custGeom>
            <a:avLst/>
            <a:gdLst/>
            <a:ahLst/>
            <a:cxnLst/>
            <a:rect l="l" t="t" r="r" b="b"/>
            <a:pathLst>
              <a:path w="3328670" h="633729">
                <a:moveTo>
                  <a:pt x="0" y="0"/>
                </a:moveTo>
                <a:lnTo>
                  <a:pt x="3328129" y="0"/>
                </a:lnTo>
                <a:lnTo>
                  <a:pt x="3328129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415126" y="6422028"/>
            <a:ext cx="3323590" cy="628650"/>
          </a:xfrm>
          <a:custGeom>
            <a:avLst/>
            <a:gdLst/>
            <a:ahLst/>
            <a:cxnLst/>
            <a:rect l="l" t="t" r="r" b="b"/>
            <a:pathLst>
              <a:path w="3323590" h="628650">
                <a:moveTo>
                  <a:pt x="3323567" y="0"/>
                </a:moveTo>
                <a:lnTo>
                  <a:pt x="3323567" y="628649"/>
                </a:lnTo>
                <a:lnTo>
                  <a:pt x="0" y="628649"/>
                </a:lnTo>
              </a:path>
            </a:pathLst>
          </a:custGeom>
          <a:ln w="757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8822239" y="6582429"/>
            <a:ext cx="25126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30" dirty="0">
                <a:solidFill>
                  <a:srgbClr val="292929"/>
                </a:solidFill>
                <a:latin typeface="Tahoma"/>
                <a:cs typeface="Tahoma"/>
              </a:rPr>
              <a:t>3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245192" y="7054536"/>
            <a:ext cx="3865879" cy="633730"/>
          </a:xfrm>
          <a:custGeom>
            <a:avLst/>
            <a:gdLst/>
            <a:ahLst/>
            <a:cxnLst/>
            <a:rect l="l" t="t" r="r" b="b"/>
            <a:pathLst>
              <a:path w="3865879" h="633729">
                <a:moveTo>
                  <a:pt x="0" y="0"/>
                </a:moveTo>
                <a:lnTo>
                  <a:pt x="3865442" y="0"/>
                </a:lnTo>
                <a:lnTo>
                  <a:pt x="3865442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245595" y="7054536"/>
            <a:ext cx="3866515" cy="628650"/>
          </a:xfrm>
          <a:custGeom>
            <a:avLst/>
            <a:gdLst/>
            <a:ahLst/>
            <a:cxnLst/>
            <a:rect l="l" t="t" r="r" b="b"/>
            <a:pathLst>
              <a:path w="3866515" h="628650">
                <a:moveTo>
                  <a:pt x="3866344" y="0"/>
                </a:moveTo>
                <a:lnTo>
                  <a:pt x="3866344" y="628649"/>
                </a:lnTo>
                <a:lnTo>
                  <a:pt x="0" y="628649"/>
                </a:lnTo>
              </a:path>
            </a:pathLst>
          </a:custGeom>
          <a:ln w="75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8345751" y="7214937"/>
            <a:ext cx="3668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360867" y="768704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361198" y="768704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9359007" y="7847441"/>
            <a:ext cx="1371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8370229" y="833860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370560" y="833860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8661734" y="8499002"/>
            <a:ext cx="27844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5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8412697" y="8999687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413028" y="8999687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8412697" y="8999687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80" dirty="0">
                <a:solidFill>
                  <a:srgbClr val="292929"/>
                </a:solidFill>
                <a:latin typeface="Tahoma"/>
                <a:cs typeface="Tahoma"/>
              </a:rPr>
              <a:t>8</a:t>
            </a:r>
            <a:r>
              <a:rPr sz="2400" spc="340" dirty="0">
                <a:solidFill>
                  <a:srgbClr val="292929"/>
                </a:solidFill>
                <a:latin typeface="Tahoma"/>
                <a:cs typeface="Tahoma"/>
              </a:rPr>
              <a:t>0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395" dirty="0">
                <a:solidFill>
                  <a:srgbClr val="292929"/>
                </a:solidFill>
                <a:latin typeface="Tahoma"/>
                <a:cs typeface="Tahoma"/>
              </a:rPr>
              <a:t>1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242634" y="9670288"/>
            <a:ext cx="635" cy="617220"/>
          </a:xfrm>
          <a:custGeom>
            <a:avLst/>
            <a:gdLst/>
            <a:ahLst/>
            <a:cxnLst/>
            <a:rect l="l" t="t" r="r" b="b"/>
            <a:pathLst>
              <a:path w="634" h="617220">
                <a:moveTo>
                  <a:pt x="0" y="0"/>
                </a:moveTo>
                <a:lnTo>
                  <a:pt x="432" y="0"/>
                </a:lnTo>
                <a:lnTo>
                  <a:pt x="432" y="616710"/>
                </a:lnTo>
                <a:lnTo>
                  <a:pt x="0" y="6167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514226" y="4488685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514556" y="4488686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13047278" y="4649086"/>
            <a:ext cx="2301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2509816" y="5176813"/>
            <a:ext cx="3517900" cy="633095"/>
          </a:xfrm>
          <a:custGeom>
            <a:avLst/>
            <a:gdLst/>
            <a:ahLst/>
            <a:cxnLst/>
            <a:rect l="l" t="t" r="r" b="b"/>
            <a:pathLst>
              <a:path w="3517900" h="633095">
                <a:moveTo>
                  <a:pt x="0" y="632507"/>
                </a:moveTo>
                <a:lnTo>
                  <a:pt x="0" y="0"/>
                </a:lnTo>
                <a:lnTo>
                  <a:pt x="3517437" y="0"/>
                </a:lnTo>
                <a:lnTo>
                  <a:pt x="3517437" y="632507"/>
                </a:lnTo>
                <a:lnTo>
                  <a:pt x="0" y="632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510180" y="5176813"/>
            <a:ext cx="3514090" cy="628650"/>
          </a:xfrm>
          <a:custGeom>
            <a:avLst/>
            <a:gdLst/>
            <a:ahLst/>
            <a:cxnLst/>
            <a:rect l="l" t="t" r="r" b="b"/>
            <a:pathLst>
              <a:path w="3514090" h="628650">
                <a:moveTo>
                  <a:pt x="3513995" y="0"/>
                </a:moveTo>
                <a:lnTo>
                  <a:pt x="3513995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12647879" y="5337214"/>
            <a:ext cx="32416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2500591" y="576328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2500922" y="576328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13205690" y="5923683"/>
            <a:ext cx="19577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2525456" y="6424368"/>
            <a:ext cx="3356610" cy="633095"/>
          </a:xfrm>
          <a:custGeom>
            <a:avLst/>
            <a:gdLst/>
            <a:ahLst/>
            <a:cxnLst/>
            <a:rect l="l" t="t" r="r" b="b"/>
            <a:pathLst>
              <a:path w="3356609" h="633095">
                <a:moveTo>
                  <a:pt x="0" y="632508"/>
                </a:moveTo>
                <a:lnTo>
                  <a:pt x="0" y="0"/>
                </a:lnTo>
                <a:lnTo>
                  <a:pt x="3356225" y="0"/>
                </a:lnTo>
                <a:lnTo>
                  <a:pt x="3356225" y="632508"/>
                </a:lnTo>
                <a:lnTo>
                  <a:pt x="0" y="6325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2525819" y="6424368"/>
            <a:ext cx="3352165" cy="628650"/>
          </a:xfrm>
          <a:custGeom>
            <a:avLst/>
            <a:gdLst/>
            <a:ahLst/>
            <a:cxnLst/>
            <a:rect l="l" t="t" r="r" b="b"/>
            <a:pathLst>
              <a:path w="3352165" h="628650">
                <a:moveTo>
                  <a:pt x="3352075" y="0"/>
                </a:moveTo>
                <a:lnTo>
                  <a:pt x="3352075" y="628649"/>
                </a:lnTo>
                <a:lnTo>
                  <a:pt x="0" y="628649"/>
                </a:lnTo>
              </a:path>
            </a:pathLst>
          </a:custGeom>
          <a:ln w="757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3917545" y="6584769"/>
            <a:ext cx="6508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12531263" y="7079518"/>
            <a:ext cx="3328670" cy="633730"/>
          </a:xfrm>
          <a:custGeom>
            <a:avLst/>
            <a:gdLst/>
            <a:ahLst/>
            <a:cxnLst/>
            <a:rect l="l" t="t" r="r" b="b"/>
            <a:pathLst>
              <a:path w="3328669" h="633729">
                <a:moveTo>
                  <a:pt x="0" y="0"/>
                </a:moveTo>
                <a:lnTo>
                  <a:pt x="3328129" y="0"/>
                </a:lnTo>
                <a:lnTo>
                  <a:pt x="3328129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2531592" y="7079519"/>
            <a:ext cx="3323590" cy="628650"/>
          </a:xfrm>
          <a:custGeom>
            <a:avLst/>
            <a:gdLst/>
            <a:ahLst/>
            <a:cxnLst/>
            <a:rect l="l" t="t" r="r" b="b"/>
            <a:pathLst>
              <a:path w="3323590" h="628650">
                <a:moveTo>
                  <a:pt x="3323567" y="0"/>
                </a:moveTo>
                <a:lnTo>
                  <a:pt x="3323567" y="628649"/>
                </a:lnTo>
                <a:lnTo>
                  <a:pt x="0" y="628649"/>
                </a:lnTo>
              </a:path>
            </a:pathLst>
          </a:custGeom>
          <a:ln w="757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12938705" y="7239919"/>
            <a:ext cx="25126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30" dirty="0">
                <a:solidFill>
                  <a:srgbClr val="292929"/>
                </a:solidFill>
                <a:latin typeface="Tahoma"/>
                <a:cs typeface="Tahoma"/>
              </a:rPr>
              <a:t>3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12361659" y="7734665"/>
            <a:ext cx="3865879" cy="633730"/>
          </a:xfrm>
          <a:custGeom>
            <a:avLst/>
            <a:gdLst/>
            <a:ahLst/>
            <a:cxnLst/>
            <a:rect l="l" t="t" r="r" b="b"/>
            <a:pathLst>
              <a:path w="3865880" h="633729">
                <a:moveTo>
                  <a:pt x="0" y="0"/>
                </a:moveTo>
                <a:lnTo>
                  <a:pt x="3865442" y="0"/>
                </a:lnTo>
                <a:lnTo>
                  <a:pt x="3865442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2362061" y="7734665"/>
            <a:ext cx="3866515" cy="628650"/>
          </a:xfrm>
          <a:custGeom>
            <a:avLst/>
            <a:gdLst/>
            <a:ahLst/>
            <a:cxnLst/>
            <a:rect l="l" t="t" r="r" b="b"/>
            <a:pathLst>
              <a:path w="3866515" h="628650">
                <a:moveTo>
                  <a:pt x="3866344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12462217" y="7895066"/>
            <a:ext cx="3668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5" dirty="0">
                <a:solidFill>
                  <a:srgbClr val="292929"/>
                </a:solidFill>
                <a:latin typeface="Tahoma"/>
                <a:cs typeface="Tahoma"/>
              </a:rPr>
              <a:t>L2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12563572" y="837670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2563902" y="837670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12855077" y="8537102"/>
            <a:ext cx="27844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5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12606040" y="904731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2606371" y="904731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12606040" y="9047312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80" dirty="0">
                <a:solidFill>
                  <a:srgbClr val="292929"/>
                </a:solidFill>
                <a:latin typeface="Tahoma"/>
                <a:cs typeface="Tahoma"/>
              </a:rPr>
              <a:t>8</a:t>
            </a:r>
            <a:r>
              <a:rPr sz="2400" spc="340" dirty="0">
                <a:solidFill>
                  <a:srgbClr val="292929"/>
                </a:solidFill>
                <a:latin typeface="Tahoma"/>
                <a:cs typeface="Tahoma"/>
              </a:rPr>
              <a:t>0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395" dirty="0">
                <a:solidFill>
                  <a:srgbClr val="292929"/>
                </a:solidFill>
                <a:latin typeface="Tahoma"/>
                <a:cs typeface="Tahoma"/>
              </a:rPr>
              <a:t>1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ñ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-560" dirty="0">
                <a:solidFill>
                  <a:srgbClr val="292929"/>
                </a:solidFill>
                <a:latin typeface="Tahoma"/>
                <a:cs typeface="Tahoma"/>
              </a:rPr>
              <a:t>+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2500592" y="9670288"/>
            <a:ext cx="635" cy="617220"/>
          </a:xfrm>
          <a:custGeom>
            <a:avLst/>
            <a:gdLst/>
            <a:ahLst/>
            <a:cxnLst/>
            <a:rect l="l" t="t" r="r" b="b"/>
            <a:pathLst>
              <a:path w="634" h="617220">
                <a:moveTo>
                  <a:pt x="0" y="0"/>
                </a:moveTo>
                <a:lnTo>
                  <a:pt x="433" y="0"/>
                </a:lnTo>
                <a:lnTo>
                  <a:pt x="433" y="616710"/>
                </a:lnTo>
                <a:lnTo>
                  <a:pt x="0" y="6167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3300"/>
              </p:ext>
            </p:extLst>
          </p:nvPr>
        </p:nvGraphicFramePr>
        <p:xfrm>
          <a:off x="397360" y="5224397"/>
          <a:ext cx="3308937" cy="2085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6363">
                <a:tc>
                  <a:txBody>
                    <a:bodyPr/>
                    <a:lstStyle/>
                    <a:p>
                      <a:pPr marL="66294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GREAT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WEST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924"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BSR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21"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363"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NTA(CDL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3años+)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956080"/>
              </p:ext>
            </p:extLst>
          </p:nvPr>
        </p:nvGraphicFramePr>
        <p:xfrm>
          <a:off x="138536" y="7255058"/>
          <a:ext cx="3952502" cy="32499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1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49">
                <a:tc gridSpan="3"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ROCKLAKE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(CDL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2años+)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3">
                      <a:solidFill>
                        <a:srgbClr val="000000"/>
                      </a:solidFill>
                      <a:prstDash val="solid"/>
                    </a:lnR>
                    <a:lnB w="75763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504">
                <a:tc rowSpan="5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AMWINS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63">
                      <a:solidFill>
                        <a:srgbClr val="000000"/>
                      </a:solidFill>
                      <a:prstDash val="solid"/>
                    </a:lnT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7577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80(CDL1año+)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8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</a:pP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4458177" y="492299"/>
          <a:ext cx="3368227" cy="2617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8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8649"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PROGRESSIVE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(F)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81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57213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FIRST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CAPITAL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8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54038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COVER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WHALE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4500034" y="2500607"/>
          <a:ext cx="3707410" cy="2617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1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49">
                <a:tc gridSpan="2"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CLEAR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BLUE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(TX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Only)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0">
                <a:tc gridSpan="2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8128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Paramount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63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8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CLEAR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SPRING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49592"/>
              </p:ext>
            </p:extLst>
          </p:nvPr>
        </p:nvGraphicFramePr>
        <p:xfrm>
          <a:off x="4502541" y="5182657"/>
          <a:ext cx="3495768" cy="20422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6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931">
                <a:tc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GREATWEST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63">
                      <a:solidFill>
                        <a:srgbClr val="000000"/>
                      </a:solidFill>
                      <a:prstDash val="solid"/>
                    </a:lnT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7577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044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921">
                <a:tc>
                  <a:txBody>
                    <a:bodyPr/>
                    <a:lstStyle/>
                    <a:p>
                      <a:pPr marL="120014" algn="ctr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BSR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044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921"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NTA(CDL3años+)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5763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4468757" y="7944174"/>
          <a:ext cx="3386710" cy="1623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6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8649">
                <a:tc>
                  <a:txBody>
                    <a:bodyPr/>
                    <a:lstStyle/>
                    <a:p>
                      <a:pPr marL="995044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AMWINS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80(CDL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1año+)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1" name="object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8251"/>
              </p:ext>
            </p:extLst>
          </p:nvPr>
        </p:nvGraphicFramePr>
        <p:xfrm>
          <a:off x="8343217" y="492299"/>
          <a:ext cx="3371520" cy="1981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532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PROGRESSIVE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(F)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814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32">
                <a:tc>
                  <a:txBody>
                    <a:bodyPr/>
                    <a:lstStyle/>
                    <a:p>
                      <a:pPr marL="57086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FIRST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CAPITAL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14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32"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COVER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WHALE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70">
                      <a:solidFill>
                        <a:srgbClr val="000000"/>
                      </a:solidFill>
                      <a:prstDash val="solid"/>
                    </a:lnR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7" name="object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870075"/>
              </p:ext>
            </p:extLst>
          </p:nvPr>
        </p:nvGraphicFramePr>
        <p:xfrm>
          <a:off x="12437116" y="492299"/>
          <a:ext cx="3368227" cy="20484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8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231"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PROGRESSIVE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(F)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99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231"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FIRST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CAPITAL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275"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COVER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WHALE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75770">
                      <a:solidFill>
                        <a:srgbClr val="000000"/>
                      </a:solidFill>
                      <a:prstDash val="solid"/>
                    </a:lnT>
                    <a:lnB w="7577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89228" y="156422"/>
            <a:ext cx="3922395" cy="2651760"/>
          </a:xfrm>
          <a:custGeom>
            <a:avLst/>
            <a:gdLst/>
            <a:ahLst/>
            <a:cxnLst/>
            <a:rect l="l" t="t" r="r" b="b"/>
            <a:pathLst>
              <a:path w="3922395" h="2651760">
                <a:moveTo>
                  <a:pt x="1961842" y="2651407"/>
                </a:moveTo>
                <a:lnTo>
                  <a:pt x="1800938" y="2647013"/>
                </a:lnTo>
                <a:lnTo>
                  <a:pt x="1643619" y="2634056"/>
                </a:lnTo>
                <a:lnTo>
                  <a:pt x="1490386" y="2612879"/>
                </a:lnTo>
                <a:lnTo>
                  <a:pt x="1341746" y="2583822"/>
                </a:lnTo>
                <a:lnTo>
                  <a:pt x="1198203" y="2547227"/>
                </a:lnTo>
                <a:lnTo>
                  <a:pt x="1060261" y="2503435"/>
                </a:lnTo>
                <a:lnTo>
                  <a:pt x="928426" y="2452787"/>
                </a:lnTo>
                <a:lnTo>
                  <a:pt x="803202" y="2395624"/>
                </a:lnTo>
                <a:lnTo>
                  <a:pt x="685095" y="2332287"/>
                </a:lnTo>
                <a:lnTo>
                  <a:pt x="574609" y="2263118"/>
                </a:lnTo>
                <a:lnTo>
                  <a:pt x="472249" y="2188457"/>
                </a:lnTo>
                <a:lnTo>
                  <a:pt x="378521" y="2108647"/>
                </a:lnTo>
                <a:lnTo>
                  <a:pt x="293928" y="2024028"/>
                </a:lnTo>
                <a:lnTo>
                  <a:pt x="218976" y="1934941"/>
                </a:lnTo>
                <a:lnTo>
                  <a:pt x="154171" y="1841727"/>
                </a:lnTo>
                <a:lnTo>
                  <a:pt x="100015" y="1744728"/>
                </a:lnTo>
                <a:lnTo>
                  <a:pt x="57016" y="1644286"/>
                </a:lnTo>
                <a:lnTo>
                  <a:pt x="25677" y="1540740"/>
                </a:lnTo>
                <a:lnTo>
                  <a:pt x="6503" y="1434432"/>
                </a:lnTo>
                <a:lnTo>
                  <a:pt x="0" y="1325703"/>
                </a:lnTo>
                <a:lnTo>
                  <a:pt x="6503" y="1216975"/>
                </a:lnTo>
                <a:lnTo>
                  <a:pt x="25677" y="1110667"/>
                </a:lnTo>
                <a:lnTo>
                  <a:pt x="57016" y="1007121"/>
                </a:lnTo>
                <a:lnTo>
                  <a:pt x="100015" y="906678"/>
                </a:lnTo>
                <a:lnTo>
                  <a:pt x="154171" y="809680"/>
                </a:lnTo>
                <a:lnTo>
                  <a:pt x="218976" y="716466"/>
                </a:lnTo>
                <a:lnTo>
                  <a:pt x="293928" y="627379"/>
                </a:lnTo>
                <a:lnTo>
                  <a:pt x="378521" y="542760"/>
                </a:lnTo>
                <a:lnTo>
                  <a:pt x="472249" y="462950"/>
                </a:lnTo>
                <a:lnTo>
                  <a:pt x="574609" y="388289"/>
                </a:lnTo>
                <a:lnTo>
                  <a:pt x="685095" y="319120"/>
                </a:lnTo>
                <a:lnTo>
                  <a:pt x="803202" y="255783"/>
                </a:lnTo>
                <a:lnTo>
                  <a:pt x="928426" y="198620"/>
                </a:lnTo>
                <a:lnTo>
                  <a:pt x="1060261" y="147972"/>
                </a:lnTo>
                <a:lnTo>
                  <a:pt x="1198203" y="104180"/>
                </a:lnTo>
                <a:lnTo>
                  <a:pt x="1341746" y="67585"/>
                </a:lnTo>
                <a:lnTo>
                  <a:pt x="1490386" y="38528"/>
                </a:lnTo>
                <a:lnTo>
                  <a:pt x="1643619" y="17351"/>
                </a:lnTo>
                <a:lnTo>
                  <a:pt x="1800938" y="4394"/>
                </a:lnTo>
                <a:lnTo>
                  <a:pt x="1961838" y="0"/>
                </a:lnTo>
                <a:lnTo>
                  <a:pt x="2122740" y="4394"/>
                </a:lnTo>
                <a:lnTo>
                  <a:pt x="2280060" y="17351"/>
                </a:lnTo>
                <a:lnTo>
                  <a:pt x="2433292" y="38528"/>
                </a:lnTo>
                <a:lnTo>
                  <a:pt x="2581932" y="67585"/>
                </a:lnTo>
                <a:lnTo>
                  <a:pt x="2725475" y="104180"/>
                </a:lnTo>
                <a:lnTo>
                  <a:pt x="2863417" y="147972"/>
                </a:lnTo>
                <a:lnTo>
                  <a:pt x="2995252" y="198620"/>
                </a:lnTo>
                <a:lnTo>
                  <a:pt x="3120476" y="255783"/>
                </a:lnTo>
                <a:lnTo>
                  <a:pt x="3238583" y="319120"/>
                </a:lnTo>
                <a:lnTo>
                  <a:pt x="3349069" y="388289"/>
                </a:lnTo>
                <a:lnTo>
                  <a:pt x="3451428" y="462950"/>
                </a:lnTo>
                <a:lnTo>
                  <a:pt x="3545157" y="542760"/>
                </a:lnTo>
                <a:lnTo>
                  <a:pt x="3629749" y="627379"/>
                </a:lnTo>
                <a:lnTo>
                  <a:pt x="3704701" y="716466"/>
                </a:lnTo>
                <a:lnTo>
                  <a:pt x="3769507" y="809680"/>
                </a:lnTo>
                <a:lnTo>
                  <a:pt x="3823662" y="906678"/>
                </a:lnTo>
                <a:lnTo>
                  <a:pt x="3866662" y="1007121"/>
                </a:lnTo>
                <a:lnTo>
                  <a:pt x="3898001" y="1110667"/>
                </a:lnTo>
                <a:lnTo>
                  <a:pt x="3917175" y="1216975"/>
                </a:lnTo>
                <a:lnTo>
                  <a:pt x="3921873" y="1295532"/>
                </a:lnTo>
                <a:lnTo>
                  <a:pt x="3921873" y="1355875"/>
                </a:lnTo>
                <a:lnTo>
                  <a:pt x="3917175" y="1434432"/>
                </a:lnTo>
                <a:lnTo>
                  <a:pt x="3898001" y="1540740"/>
                </a:lnTo>
                <a:lnTo>
                  <a:pt x="3866662" y="1644286"/>
                </a:lnTo>
                <a:lnTo>
                  <a:pt x="3823662" y="1744728"/>
                </a:lnTo>
                <a:lnTo>
                  <a:pt x="3769507" y="1841727"/>
                </a:lnTo>
                <a:lnTo>
                  <a:pt x="3704701" y="1934941"/>
                </a:lnTo>
                <a:lnTo>
                  <a:pt x="3629749" y="2024028"/>
                </a:lnTo>
                <a:lnTo>
                  <a:pt x="3545157" y="2108647"/>
                </a:lnTo>
                <a:lnTo>
                  <a:pt x="3451428" y="2188457"/>
                </a:lnTo>
                <a:lnTo>
                  <a:pt x="3349069" y="2263118"/>
                </a:lnTo>
                <a:lnTo>
                  <a:pt x="3238583" y="2332287"/>
                </a:lnTo>
                <a:lnTo>
                  <a:pt x="3120476" y="2395624"/>
                </a:lnTo>
                <a:lnTo>
                  <a:pt x="2995252" y="2452787"/>
                </a:lnTo>
                <a:lnTo>
                  <a:pt x="2863417" y="2503435"/>
                </a:lnTo>
                <a:lnTo>
                  <a:pt x="2725475" y="2547227"/>
                </a:lnTo>
                <a:lnTo>
                  <a:pt x="2581932" y="2583822"/>
                </a:lnTo>
                <a:lnTo>
                  <a:pt x="2433292" y="2612879"/>
                </a:lnTo>
                <a:lnTo>
                  <a:pt x="2280060" y="2634056"/>
                </a:lnTo>
                <a:lnTo>
                  <a:pt x="2122740" y="2647013"/>
                </a:lnTo>
                <a:lnTo>
                  <a:pt x="1961842" y="2651407"/>
                </a:lnTo>
                <a:close/>
              </a:path>
            </a:pathLst>
          </a:custGeom>
          <a:solidFill>
            <a:srgbClr val="E91B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58359" y="1011656"/>
            <a:ext cx="1785620" cy="987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6040">
              <a:lnSpc>
                <a:spcPct val="108000"/>
              </a:lnSpc>
            </a:pPr>
            <a:r>
              <a:rPr sz="3300" b="1" spc="1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00" b="1" spc="2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300" b="1" spc="2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3300" b="1" spc="2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3300" b="1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00" b="1" spc="-33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3300" b="1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00" b="1" spc="-30" dirty="0">
                <a:solidFill>
                  <a:srgbClr val="FFFFFF"/>
                </a:solidFill>
                <a:latin typeface="Tahoma"/>
                <a:cs typeface="Tahoma"/>
              </a:rPr>
              <a:t>GR</a:t>
            </a:r>
            <a:r>
              <a:rPr sz="3300" b="1" spc="2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300" b="1" spc="17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300" b="1" spc="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3300" b="1" spc="-6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6256" y="324863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6586" y="324863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6256" y="3248632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3329" y="4000637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3660" y="4000637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3329" y="4000637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34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8855" y="2896530"/>
            <a:ext cx="23488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500" dirty="0">
                <a:solidFill>
                  <a:srgbClr val="292929"/>
                </a:solidFill>
                <a:latin typeface="Calibri"/>
                <a:cs typeface="Calibri"/>
              </a:rPr>
              <a:t>W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45" dirty="0">
                <a:solidFill>
                  <a:srgbClr val="292929"/>
                </a:solidFill>
                <a:latin typeface="Calibri"/>
                <a:cs typeface="Calibri"/>
              </a:rPr>
              <a:t>V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29" dirty="0">
                <a:solidFill>
                  <a:srgbClr val="292929"/>
                </a:solidFill>
                <a:latin typeface="Calibri"/>
                <a:cs typeface="Calibri"/>
              </a:rPr>
              <a:t>T</a:t>
            </a:r>
            <a:r>
              <a:rPr sz="2400" b="1" spc="195" dirty="0">
                <a:solidFill>
                  <a:srgbClr val="292929"/>
                </a:solidFill>
                <a:latin typeface="Calibri"/>
                <a:cs typeface="Calibri"/>
              </a:rPr>
              <a:t>U</a:t>
            </a:r>
            <a:r>
              <a:rPr sz="2400" b="1" spc="355" dirty="0">
                <a:solidFill>
                  <a:srgbClr val="292929"/>
                </a:solidFill>
                <a:latin typeface="Calibri"/>
                <a:cs typeface="Calibri"/>
              </a:rPr>
              <a:t>R</a:t>
            </a:r>
            <a:r>
              <a:rPr sz="2400" b="1" spc="210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1866" y="4752641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5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2195" y="4752642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0"/>
                </a:moveTo>
                <a:lnTo>
                  <a:pt x="3342616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1866" y="4752641"/>
            <a:ext cx="33432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30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4793" y="5504646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5123" y="5504646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4793" y="5504646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80366" y="322958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80696" y="322958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80366" y="3229582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85908" y="397198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86238" y="397198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85908" y="3971981"/>
            <a:ext cx="33686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34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54050" y="2877480"/>
            <a:ext cx="9925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35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70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74824" y="471438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75154" y="471438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474824" y="4714381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546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91451" y="545678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91781" y="545678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491451" y="5456780"/>
            <a:ext cx="33686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229805" y="3209785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30136" y="3209785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571465" y="3370186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73770" y="2857682"/>
            <a:ext cx="12172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575" dirty="0">
                <a:solidFill>
                  <a:srgbClr val="292929"/>
                </a:solidFill>
                <a:latin typeface="Calibri"/>
                <a:cs typeface="Calibri"/>
              </a:rPr>
              <a:t>2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446517" y="2896530"/>
            <a:ext cx="12738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75" dirty="0">
                <a:solidFill>
                  <a:srgbClr val="292929"/>
                </a:solidFill>
                <a:latin typeface="Calibri"/>
                <a:cs typeface="Calibri"/>
              </a:rPr>
              <a:t>3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80456" y="6256651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20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0769" y="6256651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80456" y="6256651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479153" y="6199179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20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79466" y="6199179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479153" y="6199179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235362" y="3962395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235692" y="3962395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235362" y="3962395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34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232583" y="4715005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232914" y="4715005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8232583" y="4715005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546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229178" y="5467616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29509" y="5467616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229178" y="5467616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227028" y="6220226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227359" y="6220226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227028" y="6220226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175">
              <a:lnSpc>
                <a:spcPct val="100000"/>
              </a:lnSpc>
            </a:pP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30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238139" y="6972837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238470" y="6972837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8238139" y="6972837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240917" y="7725447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20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241230" y="7725447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8240917" y="7725447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2034687" y="320026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2035018" y="320026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2376347" y="3360661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037466" y="395287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2037796" y="395287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12037466" y="3952870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34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040244" y="4705480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040574" y="4705480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12040244" y="4705480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546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2034060" y="545809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2034391" y="545809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2034060" y="5458091"/>
            <a:ext cx="33686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10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2031910" y="621070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2032240" y="621070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12031910" y="6210701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175">
              <a:lnSpc>
                <a:spcPct val="100000"/>
              </a:lnSpc>
            </a:pP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30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2043021" y="696331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2043351" y="696331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2043021" y="6963312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2045800" y="7715922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19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046113" y="7715922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2045800" y="7715922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58424" y="0"/>
            <a:ext cx="2651760" cy="2651760"/>
          </a:xfrm>
          <a:custGeom>
            <a:avLst/>
            <a:gdLst/>
            <a:ahLst/>
            <a:cxnLst/>
            <a:rect l="l" t="t" r="r" b="b"/>
            <a:pathLst>
              <a:path w="2651759" h="2651760">
                <a:moveTo>
                  <a:pt x="1325703" y="2651407"/>
                </a:moveTo>
                <a:lnTo>
                  <a:pt x="1216974" y="2647013"/>
                </a:lnTo>
                <a:lnTo>
                  <a:pt x="1110667" y="2634056"/>
                </a:lnTo>
                <a:lnTo>
                  <a:pt x="1007121" y="2612879"/>
                </a:lnTo>
                <a:lnTo>
                  <a:pt x="906678" y="2583822"/>
                </a:lnTo>
                <a:lnTo>
                  <a:pt x="809679" y="2547227"/>
                </a:lnTo>
                <a:lnTo>
                  <a:pt x="716465" y="2503435"/>
                </a:lnTo>
                <a:lnTo>
                  <a:pt x="627379" y="2452786"/>
                </a:lnTo>
                <a:lnTo>
                  <a:pt x="542759" y="2395623"/>
                </a:lnTo>
                <a:lnTo>
                  <a:pt x="462949" y="2332287"/>
                </a:lnTo>
                <a:lnTo>
                  <a:pt x="388289" y="2263118"/>
                </a:lnTo>
                <a:lnTo>
                  <a:pt x="319120" y="2188457"/>
                </a:lnTo>
                <a:lnTo>
                  <a:pt x="255783" y="2108647"/>
                </a:lnTo>
                <a:lnTo>
                  <a:pt x="198620" y="2024028"/>
                </a:lnTo>
                <a:lnTo>
                  <a:pt x="147972" y="1934941"/>
                </a:lnTo>
                <a:lnTo>
                  <a:pt x="104179" y="1841727"/>
                </a:lnTo>
                <a:lnTo>
                  <a:pt x="67584" y="1744728"/>
                </a:lnTo>
                <a:lnTo>
                  <a:pt x="38528" y="1644285"/>
                </a:lnTo>
                <a:lnTo>
                  <a:pt x="17350" y="1540739"/>
                </a:lnTo>
                <a:lnTo>
                  <a:pt x="4394" y="1434432"/>
                </a:lnTo>
                <a:lnTo>
                  <a:pt x="0" y="1325714"/>
                </a:lnTo>
                <a:lnTo>
                  <a:pt x="4394" y="1216975"/>
                </a:lnTo>
                <a:lnTo>
                  <a:pt x="17350" y="1110667"/>
                </a:lnTo>
                <a:lnTo>
                  <a:pt x="38528" y="1007121"/>
                </a:lnTo>
                <a:lnTo>
                  <a:pt x="67584" y="906678"/>
                </a:lnTo>
                <a:lnTo>
                  <a:pt x="104179" y="809679"/>
                </a:lnTo>
                <a:lnTo>
                  <a:pt x="147972" y="716466"/>
                </a:lnTo>
                <a:lnTo>
                  <a:pt x="198620" y="627379"/>
                </a:lnTo>
                <a:lnTo>
                  <a:pt x="255783" y="542760"/>
                </a:lnTo>
                <a:lnTo>
                  <a:pt x="319120" y="462949"/>
                </a:lnTo>
                <a:lnTo>
                  <a:pt x="388289" y="388289"/>
                </a:lnTo>
                <a:lnTo>
                  <a:pt x="462949" y="319120"/>
                </a:lnTo>
                <a:lnTo>
                  <a:pt x="542759" y="255783"/>
                </a:lnTo>
                <a:lnTo>
                  <a:pt x="627379" y="198620"/>
                </a:lnTo>
                <a:lnTo>
                  <a:pt x="716465" y="147972"/>
                </a:lnTo>
                <a:lnTo>
                  <a:pt x="809679" y="104180"/>
                </a:lnTo>
                <a:lnTo>
                  <a:pt x="906678" y="67585"/>
                </a:lnTo>
                <a:lnTo>
                  <a:pt x="1007121" y="38528"/>
                </a:lnTo>
                <a:lnTo>
                  <a:pt x="1110667" y="17350"/>
                </a:lnTo>
                <a:lnTo>
                  <a:pt x="1216974" y="4394"/>
                </a:lnTo>
                <a:lnTo>
                  <a:pt x="1325696" y="0"/>
                </a:lnTo>
                <a:lnTo>
                  <a:pt x="1434431" y="4394"/>
                </a:lnTo>
                <a:lnTo>
                  <a:pt x="1540739" y="17350"/>
                </a:lnTo>
                <a:lnTo>
                  <a:pt x="1644285" y="38528"/>
                </a:lnTo>
                <a:lnTo>
                  <a:pt x="1744728" y="67585"/>
                </a:lnTo>
                <a:lnTo>
                  <a:pt x="1841727" y="104180"/>
                </a:lnTo>
                <a:lnTo>
                  <a:pt x="1934940" y="147972"/>
                </a:lnTo>
                <a:lnTo>
                  <a:pt x="2024027" y="198620"/>
                </a:lnTo>
                <a:lnTo>
                  <a:pt x="2108647" y="255783"/>
                </a:lnTo>
                <a:lnTo>
                  <a:pt x="2188457" y="319120"/>
                </a:lnTo>
                <a:lnTo>
                  <a:pt x="2263117" y="388289"/>
                </a:lnTo>
                <a:lnTo>
                  <a:pt x="2332286" y="462949"/>
                </a:lnTo>
                <a:lnTo>
                  <a:pt x="2395623" y="542760"/>
                </a:lnTo>
                <a:lnTo>
                  <a:pt x="2452786" y="627379"/>
                </a:lnTo>
                <a:lnTo>
                  <a:pt x="2503434" y="716466"/>
                </a:lnTo>
                <a:lnTo>
                  <a:pt x="2547227" y="809679"/>
                </a:lnTo>
                <a:lnTo>
                  <a:pt x="2583822" y="906678"/>
                </a:lnTo>
                <a:lnTo>
                  <a:pt x="2612879" y="1007121"/>
                </a:lnTo>
                <a:lnTo>
                  <a:pt x="2634056" y="1110667"/>
                </a:lnTo>
                <a:lnTo>
                  <a:pt x="2647012" y="1216975"/>
                </a:lnTo>
                <a:lnTo>
                  <a:pt x="2651407" y="1325692"/>
                </a:lnTo>
                <a:lnTo>
                  <a:pt x="2647012" y="1434432"/>
                </a:lnTo>
                <a:lnTo>
                  <a:pt x="2634056" y="1540739"/>
                </a:lnTo>
                <a:lnTo>
                  <a:pt x="2612879" y="1644285"/>
                </a:lnTo>
                <a:lnTo>
                  <a:pt x="2583822" y="1744728"/>
                </a:lnTo>
                <a:lnTo>
                  <a:pt x="2547227" y="1841727"/>
                </a:lnTo>
                <a:lnTo>
                  <a:pt x="2503434" y="1934941"/>
                </a:lnTo>
                <a:lnTo>
                  <a:pt x="2452786" y="2024028"/>
                </a:lnTo>
                <a:lnTo>
                  <a:pt x="2395623" y="2108647"/>
                </a:lnTo>
                <a:lnTo>
                  <a:pt x="2332286" y="2188457"/>
                </a:lnTo>
                <a:lnTo>
                  <a:pt x="2263117" y="2263118"/>
                </a:lnTo>
                <a:lnTo>
                  <a:pt x="2188457" y="2332287"/>
                </a:lnTo>
                <a:lnTo>
                  <a:pt x="2108647" y="2395623"/>
                </a:lnTo>
                <a:lnTo>
                  <a:pt x="2024027" y="2452786"/>
                </a:lnTo>
                <a:lnTo>
                  <a:pt x="1934940" y="2503435"/>
                </a:lnTo>
                <a:lnTo>
                  <a:pt x="1841727" y="2547227"/>
                </a:lnTo>
                <a:lnTo>
                  <a:pt x="1744728" y="2583822"/>
                </a:lnTo>
                <a:lnTo>
                  <a:pt x="1644285" y="2612879"/>
                </a:lnTo>
                <a:lnTo>
                  <a:pt x="1540739" y="2634056"/>
                </a:lnTo>
                <a:lnTo>
                  <a:pt x="1434431" y="2647013"/>
                </a:lnTo>
                <a:lnTo>
                  <a:pt x="1325703" y="2651407"/>
                </a:lnTo>
                <a:close/>
              </a:path>
            </a:pathLst>
          </a:custGeom>
          <a:solidFill>
            <a:srgbClr val="E91B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91464" y="588535"/>
            <a:ext cx="1785620" cy="153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spc="1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00" b="1" spc="2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300" b="1" spc="2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3300" b="1" spc="2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3300">
              <a:latin typeface="Tahoma"/>
              <a:cs typeface="Tahoma"/>
            </a:endParaRPr>
          </a:p>
          <a:p>
            <a:pPr marL="12065" marR="5080" algn="ctr">
              <a:lnSpc>
                <a:spcPct val="108000"/>
              </a:lnSpc>
            </a:pPr>
            <a:r>
              <a:rPr sz="3300" b="1" spc="-235" dirty="0">
                <a:solidFill>
                  <a:srgbClr val="FFFFFF"/>
                </a:solidFill>
                <a:latin typeface="Tahoma"/>
                <a:cs typeface="Tahoma"/>
              </a:rPr>
              <a:t>&amp; </a:t>
            </a:r>
            <a:r>
              <a:rPr sz="3300" b="1" spc="-30" dirty="0">
                <a:solidFill>
                  <a:srgbClr val="FFFFFF"/>
                </a:solidFill>
                <a:latin typeface="Tahoma"/>
                <a:cs typeface="Tahoma"/>
              </a:rPr>
              <a:t>GR</a:t>
            </a:r>
            <a:r>
              <a:rPr sz="3300" b="1" spc="2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300" b="1" spc="17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300" b="1" spc="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3300" b="1" spc="-6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8470" y="2835522"/>
            <a:ext cx="14502130" cy="3045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1095">
              <a:lnSpc>
                <a:spcPct val="100000"/>
              </a:lnSpc>
            </a:pPr>
            <a:r>
              <a:rPr sz="3700" spc="505" dirty="0">
                <a:latin typeface="Tahoma"/>
                <a:cs typeface="Tahoma"/>
              </a:rPr>
              <a:t>A</a:t>
            </a:r>
            <a:r>
              <a:rPr sz="3700" spc="225" dirty="0">
                <a:latin typeface="Tahoma"/>
                <a:cs typeface="Tahoma"/>
              </a:rPr>
              <a:t>S</a:t>
            </a:r>
            <a:r>
              <a:rPr sz="3700" spc="445" dirty="0">
                <a:latin typeface="Tahoma"/>
                <a:cs typeface="Tahoma"/>
              </a:rPr>
              <a:t>P</a:t>
            </a:r>
            <a:r>
              <a:rPr sz="3700" spc="330" dirty="0">
                <a:latin typeface="Tahoma"/>
                <a:cs typeface="Tahoma"/>
              </a:rPr>
              <a:t>EC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360" dirty="0">
                <a:latin typeface="Tahoma"/>
                <a:cs typeface="Tahoma"/>
              </a:rPr>
              <a:t>O</a:t>
            </a:r>
            <a:r>
              <a:rPr sz="3700" spc="225" dirty="0">
                <a:latin typeface="Tahoma"/>
                <a:cs typeface="Tahoma"/>
              </a:rPr>
              <a:t>S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509" dirty="0">
                <a:latin typeface="Tahoma"/>
                <a:cs typeface="Tahoma"/>
              </a:rPr>
              <a:t>A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34" dirty="0">
                <a:latin typeface="Tahoma"/>
                <a:cs typeface="Tahoma"/>
              </a:rPr>
              <a:t>N</a:t>
            </a:r>
            <a:r>
              <a:rPr sz="3700" spc="345" dirty="0">
                <a:latin typeface="Tahoma"/>
                <a:cs typeface="Tahoma"/>
              </a:rPr>
              <a:t>ER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40" dirty="0">
                <a:latin typeface="Tahoma"/>
                <a:cs typeface="Tahoma"/>
              </a:rPr>
              <a:t>N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330" dirty="0">
                <a:latin typeface="Tahoma"/>
                <a:cs typeface="Tahoma"/>
              </a:rPr>
              <a:t>C</a:t>
            </a:r>
            <a:r>
              <a:rPr sz="3700" spc="380" dirty="0">
                <a:latin typeface="Tahoma"/>
                <a:cs typeface="Tahoma"/>
              </a:rPr>
              <a:t>U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34" dirty="0">
                <a:latin typeface="Tahoma"/>
                <a:cs typeface="Tahoma"/>
              </a:rPr>
              <a:t>N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509" dirty="0">
                <a:latin typeface="Tahoma"/>
                <a:cs typeface="Tahoma"/>
              </a:rPr>
              <a:t>A</a:t>
            </a:r>
            <a:endParaRPr sz="3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5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10" dirty="0">
                <a:latin typeface="Tahoma"/>
                <a:cs typeface="Tahoma"/>
              </a:rPr>
              <a:t>-</a:t>
            </a:r>
            <a:r>
              <a:rPr sz="2800" spc="330" dirty="0">
                <a:latin typeface="Tahoma"/>
                <a:cs typeface="Tahoma"/>
              </a:rPr>
              <a:t>N</a:t>
            </a:r>
            <a:r>
              <a:rPr sz="2800" spc="-20" dirty="0">
                <a:latin typeface="Tahoma"/>
                <a:cs typeface="Tahoma"/>
              </a:rPr>
              <a:t>T</a:t>
            </a:r>
            <a:r>
              <a:rPr sz="2800" spc="385" dirty="0">
                <a:latin typeface="Tahoma"/>
                <a:cs typeface="Tahoma"/>
              </a:rPr>
              <a:t>A</a:t>
            </a:r>
            <a:r>
              <a:rPr sz="2800" spc="-185" dirty="0">
                <a:latin typeface="Tahoma"/>
                <a:cs typeface="Tahoma"/>
              </a:rPr>
              <a:t>(</a:t>
            </a:r>
            <a:r>
              <a:rPr sz="2800" spc="170" dirty="0">
                <a:latin typeface="Tahoma"/>
                <a:cs typeface="Tahoma"/>
              </a:rPr>
              <a:t>S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40" dirty="0">
                <a:latin typeface="Tahoma"/>
                <a:cs typeface="Tahoma"/>
              </a:rPr>
              <a:t>b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340" dirty="0">
                <a:latin typeface="Tahoma"/>
                <a:cs typeface="Tahoma"/>
              </a:rPr>
              <a:t>b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195" dirty="0">
                <a:latin typeface="Tahoma"/>
                <a:cs typeface="Tahoma"/>
              </a:rPr>
              <a:t>t</a:t>
            </a:r>
            <a:r>
              <a:rPr sz="2800" spc="80" dirty="0">
                <a:latin typeface="Tahoma"/>
                <a:cs typeface="Tahoma"/>
              </a:rPr>
              <a:t>y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-360" dirty="0">
                <a:latin typeface="Tahoma"/>
                <a:cs typeface="Tahoma"/>
              </a:rPr>
              <a:t>1,</a:t>
            </a:r>
            <a:r>
              <a:rPr sz="2800" spc="395" dirty="0">
                <a:latin typeface="Tahoma"/>
                <a:cs typeface="Tahoma"/>
              </a:rPr>
              <a:t>000</a:t>
            </a:r>
            <a:r>
              <a:rPr sz="2800" spc="-254" dirty="0">
                <a:latin typeface="Tahoma"/>
                <a:cs typeface="Tahoma"/>
              </a:rPr>
              <a:t>,</a:t>
            </a:r>
            <a:r>
              <a:rPr sz="2800" spc="395" dirty="0">
                <a:latin typeface="Tahoma"/>
                <a:cs typeface="Tahoma"/>
              </a:rPr>
              <a:t>000</a:t>
            </a:r>
            <a:r>
              <a:rPr sz="2800" spc="-110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2580005" algn="l"/>
              </a:tabLst>
            </a:pPr>
            <a:r>
              <a:rPr sz="2800" spc="10" dirty="0">
                <a:latin typeface="Tahoma"/>
                <a:cs typeface="Tahoma"/>
              </a:rPr>
              <a:t>-</a:t>
            </a:r>
            <a:r>
              <a:rPr sz="2800" spc="220" dirty="0">
                <a:latin typeface="Tahoma"/>
                <a:cs typeface="Tahoma"/>
              </a:rPr>
              <a:t>G</a:t>
            </a:r>
            <a:r>
              <a:rPr sz="2800" spc="260" dirty="0">
                <a:latin typeface="Tahoma"/>
                <a:cs typeface="Tahoma"/>
              </a:rPr>
              <a:t>RE</a:t>
            </a:r>
            <a:r>
              <a:rPr sz="2800" spc="385" dirty="0">
                <a:latin typeface="Tahoma"/>
                <a:cs typeface="Tahoma"/>
              </a:rPr>
              <a:t>A</a:t>
            </a:r>
            <a:r>
              <a:rPr sz="2800" spc="-20" dirty="0">
                <a:latin typeface="Tahoma"/>
                <a:cs typeface="Tahoma"/>
              </a:rPr>
              <a:t>T</a:t>
            </a:r>
            <a:r>
              <a:rPr sz="2800" spc="345" dirty="0">
                <a:latin typeface="Tahoma"/>
                <a:cs typeface="Tahoma"/>
              </a:rPr>
              <a:t>W</a:t>
            </a:r>
            <a:r>
              <a:rPr sz="2800" spc="250" dirty="0">
                <a:latin typeface="Tahoma"/>
                <a:cs typeface="Tahoma"/>
              </a:rPr>
              <a:t>E</a:t>
            </a:r>
            <a:r>
              <a:rPr sz="2800" spc="170" dirty="0">
                <a:latin typeface="Tahoma"/>
                <a:cs typeface="Tahoma"/>
              </a:rPr>
              <a:t>S</a:t>
            </a:r>
            <a:r>
              <a:rPr sz="2800" spc="-20" dirty="0">
                <a:latin typeface="Tahoma"/>
                <a:cs typeface="Tahoma"/>
              </a:rPr>
              <a:t>T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85" dirty="0">
                <a:latin typeface="Tahoma"/>
                <a:cs typeface="Tahoma"/>
              </a:rPr>
              <a:t>(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65" dirty="0">
                <a:latin typeface="Tahoma"/>
                <a:cs typeface="Tahoma"/>
              </a:rPr>
              <a:t>v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2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ñ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y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95" dirty="0">
                <a:latin typeface="Tahoma"/>
                <a:cs typeface="Tahoma"/>
              </a:rPr>
              <a:t>t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q</a:t>
            </a:r>
            <a:r>
              <a:rPr sz="2800" spc="265" dirty="0">
                <a:latin typeface="Tahoma"/>
                <a:cs typeface="Tahoma"/>
              </a:rPr>
              <a:t>u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5" dirty="0">
                <a:latin typeface="Tahoma"/>
                <a:cs typeface="Tahoma"/>
              </a:rPr>
              <a:t>j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265" dirty="0">
                <a:latin typeface="Tahoma"/>
                <a:cs typeface="Tahoma"/>
              </a:rPr>
              <a:t>u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80" dirty="0">
                <a:latin typeface="Tahoma"/>
                <a:cs typeface="Tahoma"/>
              </a:rPr>
              <a:t>ñ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-110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07100"/>
              </a:lnSpc>
            </a:pPr>
            <a:r>
              <a:rPr sz="2800" spc="10" dirty="0">
                <a:latin typeface="Tahoma"/>
                <a:cs typeface="Tahoma"/>
              </a:rPr>
              <a:t>-</a:t>
            </a:r>
            <a:r>
              <a:rPr sz="2800" spc="250" dirty="0">
                <a:latin typeface="Tahoma"/>
                <a:cs typeface="Tahoma"/>
              </a:rPr>
              <a:t>C</a:t>
            </a:r>
            <a:r>
              <a:rPr sz="2800" spc="95" dirty="0">
                <a:latin typeface="Tahoma"/>
                <a:cs typeface="Tahoma"/>
              </a:rPr>
              <a:t>L</a:t>
            </a:r>
            <a:r>
              <a:rPr sz="2800" spc="250" dirty="0">
                <a:latin typeface="Tahoma"/>
                <a:cs typeface="Tahoma"/>
              </a:rPr>
              <a:t>E</a:t>
            </a:r>
            <a:r>
              <a:rPr sz="2800" spc="385" dirty="0">
                <a:latin typeface="Tahoma"/>
                <a:cs typeface="Tahoma"/>
              </a:rPr>
              <a:t>A</a:t>
            </a:r>
            <a:r>
              <a:rPr sz="2800" spc="275" dirty="0">
                <a:latin typeface="Tahoma"/>
                <a:cs typeface="Tahoma"/>
              </a:rPr>
              <a:t>R</a:t>
            </a:r>
            <a:r>
              <a:rPr sz="2800" spc="170" dirty="0">
                <a:latin typeface="Tahoma"/>
                <a:cs typeface="Tahoma"/>
              </a:rPr>
              <a:t>S</a:t>
            </a:r>
            <a:r>
              <a:rPr sz="2800" spc="335" dirty="0">
                <a:latin typeface="Tahoma"/>
                <a:cs typeface="Tahoma"/>
              </a:rPr>
              <a:t>P</a:t>
            </a:r>
            <a:r>
              <a:rPr sz="2800" spc="275" dirty="0">
                <a:latin typeface="Tahoma"/>
                <a:cs typeface="Tahoma"/>
              </a:rPr>
              <a:t>R</a:t>
            </a:r>
            <a:r>
              <a:rPr sz="2800" spc="-210" dirty="0">
                <a:latin typeface="Tahoma"/>
                <a:cs typeface="Tahoma"/>
              </a:rPr>
              <a:t>I</a:t>
            </a:r>
            <a:r>
              <a:rPr sz="2800" spc="330" dirty="0">
                <a:latin typeface="Tahoma"/>
                <a:cs typeface="Tahoma"/>
              </a:rPr>
              <a:t>N</a:t>
            </a:r>
            <a:r>
              <a:rPr sz="2800" spc="215" dirty="0">
                <a:latin typeface="Tahoma"/>
                <a:cs typeface="Tahoma"/>
              </a:rPr>
              <a:t>G</a:t>
            </a:r>
            <a:r>
              <a:rPr sz="2800" spc="-185" dirty="0">
                <a:latin typeface="Tahoma"/>
                <a:cs typeface="Tahoma"/>
              </a:rPr>
              <a:t>(</a:t>
            </a:r>
            <a:r>
              <a:rPr sz="2800" spc="330" dirty="0">
                <a:latin typeface="Tahoma"/>
                <a:cs typeface="Tahoma"/>
              </a:rPr>
              <a:t>N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195" dirty="0">
                <a:latin typeface="Tahoma"/>
                <a:cs typeface="Tahoma"/>
              </a:rPr>
              <a:t>t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-459" dirty="0">
                <a:latin typeface="Tahoma"/>
                <a:cs typeface="Tahoma"/>
              </a:rPr>
              <a:t>1</a:t>
            </a:r>
            <a:r>
              <a:rPr sz="2800" spc="75" dirty="0">
                <a:latin typeface="Tahoma"/>
                <a:cs typeface="Tahoma"/>
              </a:rPr>
              <a:t>5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ñ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60" dirty="0">
                <a:latin typeface="Tahoma"/>
                <a:cs typeface="Tahoma"/>
              </a:rPr>
              <a:t>s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55" dirty="0">
                <a:latin typeface="Tahoma"/>
                <a:cs typeface="Tahoma"/>
              </a:rPr>
              <a:t>ex</a:t>
            </a:r>
            <a:r>
              <a:rPr sz="2800" spc="340" dirty="0">
                <a:latin typeface="Tahoma"/>
                <a:cs typeface="Tahoma"/>
              </a:rPr>
              <a:t>p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195" dirty="0">
                <a:latin typeface="Tahoma"/>
                <a:cs typeface="Tahoma"/>
              </a:rPr>
              <a:t>t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c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y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95" dirty="0">
                <a:latin typeface="Tahoma"/>
                <a:cs typeface="Tahoma"/>
              </a:rPr>
              <a:t>t</a:t>
            </a:r>
            <a:r>
              <a:rPr sz="2800" spc="150" dirty="0">
                <a:latin typeface="Tahoma"/>
                <a:cs typeface="Tahoma"/>
              </a:rPr>
              <a:t>i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q</a:t>
            </a:r>
            <a:r>
              <a:rPr sz="2800" spc="265" dirty="0">
                <a:latin typeface="Tahoma"/>
                <a:cs typeface="Tahoma"/>
              </a:rPr>
              <a:t>u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95" dirty="0">
                <a:latin typeface="Tahoma"/>
                <a:cs typeface="Tahoma"/>
              </a:rPr>
              <a:t> </a:t>
            </a:r>
            <a:r>
              <a:rPr sz="2800" spc="555" dirty="0">
                <a:latin typeface="Tahoma"/>
                <a:cs typeface="Tahoma"/>
              </a:rPr>
              <a:t>m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280" dirty="0">
                <a:latin typeface="Tahoma"/>
                <a:cs typeface="Tahoma"/>
              </a:rPr>
              <a:t>n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5" dirty="0">
                <a:latin typeface="Tahoma"/>
                <a:cs typeface="Tahoma"/>
              </a:rPr>
              <a:t>j</a:t>
            </a:r>
            <a:r>
              <a:rPr sz="2800" spc="160" dirty="0">
                <a:latin typeface="Tahoma"/>
                <a:cs typeface="Tahoma"/>
              </a:rPr>
              <a:t>a</a:t>
            </a:r>
            <a:r>
              <a:rPr sz="2800" spc="90" dirty="0">
                <a:latin typeface="Tahoma"/>
                <a:cs typeface="Tahoma"/>
              </a:rPr>
              <a:t>r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175" dirty="0">
                <a:latin typeface="Tahoma"/>
                <a:cs typeface="Tahoma"/>
              </a:rPr>
              <a:t>l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d</a:t>
            </a:r>
            <a:r>
              <a:rPr sz="2800" spc="265" dirty="0">
                <a:latin typeface="Tahoma"/>
                <a:cs typeface="Tahoma"/>
              </a:rPr>
              <a:t>u</a:t>
            </a:r>
            <a:r>
              <a:rPr sz="2800" spc="160" dirty="0">
                <a:latin typeface="Tahoma"/>
                <a:cs typeface="Tahoma"/>
              </a:rPr>
              <a:t>e</a:t>
            </a:r>
            <a:r>
              <a:rPr sz="2800" spc="280" dirty="0">
                <a:latin typeface="Tahoma"/>
                <a:cs typeface="Tahoma"/>
              </a:rPr>
              <a:t>ñ</a:t>
            </a:r>
            <a:r>
              <a:rPr sz="2800" spc="225" dirty="0">
                <a:latin typeface="Tahoma"/>
                <a:cs typeface="Tahoma"/>
              </a:rPr>
              <a:t>o</a:t>
            </a:r>
            <a:r>
              <a:rPr sz="2800" spc="-110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89228" y="156424"/>
            <a:ext cx="3922395" cy="2651760"/>
          </a:xfrm>
          <a:custGeom>
            <a:avLst/>
            <a:gdLst/>
            <a:ahLst/>
            <a:cxnLst/>
            <a:rect l="l" t="t" r="r" b="b"/>
            <a:pathLst>
              <a:path w="3922395" h="2651760">
                <a:moveTo>
                  <a:pt x="1961839" y="2651407"/>
                </a:moveTo>
                <a:lnTo>
                  <a:pt x="1800938" y="2647012"/>
                </a:lnTo>
                <a:lnTo>
                  <a:pt x="1643619" y="2634056"/>
                </a:lnTo>
                <a:lnTo>
                  <a:pt x="1490386" y="2612879"/>
                </a:lnTo>
                <a:lnTo>
                  <a:pt x="1341746" y="2583822"/>
                </a:lnTo>
                <a:lnTo>
                  <a:pt x="1198203" y="2547227"/>
                </a:lnTo>
                <a:lnTo>
                  <a:pt x="1060261" y="2503434"/>
                </a:lnTo>
                <a:lnTo>
                  <a:pt x="928426" y="2452786"/>
                </a:lnTo>
                <a:lnTo>
                  <a:pt x="803202" y="2395623"/>
                </a:lnTo>
                <a:lnTo>
                  <a:pt x="685095" y="2332286"/>
                </a:lnTo>
                <a:lnTo>
                  <a:pt x="574609" y="2263117"/>
                </a:lnTo>
                <a:lnTo>
                  <a:pt x="472249" y="2188457"/>
                </a:lnTo>
                <a:lnTo>
                  <a:pt x="378521" y="2108647"/>
                </a:lnTo>
                <a:lnTo>
                  <a:pt x="293928" y="2024027"/>
                </a:lnTo>
                <a:lnTo>
                  <a:pt x="218976" y="1934940"/>
                </a:lnTo>
                <a:lnTo>
                  <a:pt x="154171" y="1841727"/>
                </a:lnTo>
                <a:lnTo>
                  <a:pt x="100015" y="1744728"/>
                </a:lnTo>
                <a:lnTo>
                  <a:pt x="57016" y="1644285"/>
                </a:lnTo>
                <a:lnTo>
                  <a:pt x="25677" y="1540739"/>
                </a:lnTo>
                <a:lnTo>
                  <a:pt x="6503" y="1434431"/>
                </a:lnTo>
                <a:lnTo>
                  <a:pt x="0" y="1325703"/>
                </a:lnTo>
                <a:lnTo>
                  <a:pt x="6503" y="1216975"/>
                </a:lnTo>
                <a:lnTo>
                  <a:pt x="25677" y="1110667"/>
                </a:lnTo>
                <a:lnTo>
                  <a:pt x="57016" y="1007121"/>
                </a:lnTo>
                <a:lnTo>
                  <a:pt x="100015" y="906678"/>
                </a:lnTo>
                <a:lnTo>
                  <a:pt x="154171" y="809679"/>
                </a:lnTo>
                <a:lnTo>
                  <a:pt x="218976" y="716466"/>
                </a:lnTo>
                <a:lnTo>
                  <a:pt x="293928" y="627379"/>
                </a:lnTo>
                <a:lnTo>
                  <a:pt x="378521" y="542759"/>
                </a:lnTo>
                <a:lnTo>
                  <a:pt x="472249" y="462949"/>
                </a:lnTo>
                <a:lnTo>
                  <a:pt x="574609" y="388289"/>
                </a:lnTo>
                <a:lnTo>
                  <a:pt x="685095" y="319120"/>
                </a:lnTo>
                <a:lnTo>
                  <a:pt x="803202" y="255783"/>
                </a:lnTo>
                <a:lnTo>
                  <a:pt x="928426" y="198620"/>
                </a:lnTo>
                <a:lnTo>
                  <a:pt x="1060261" y="147972"/>
                </a:lnTo>
                <a:lnTo>
                  <a:pt x="1198203" y="104179"/>
                </a:lnTo>
                <a:lnTo>
                  <a:pt x="1341746" y="67584"/>
                </a:lnTo>
                <a:lnTo>
                  <a:pt x="1490386" y="38528"/>
                </a:lnTo>
                <a:lnTo>
                  <a:pt x="1643619" y="17350"/>
                </a:lnTo>
                <a:lnTo>
                  <a:pt x="1800938" y="4394"/>
                </a:lnTo>
                <a:lnTo>
                  <a:pt x="1961822" y="0"/>
                </a:lnTo>
                <a:lnTo>
                  <a:pt x="2122740" y="4394"/>
                </a:lnTo>
                <a:lnTo>
                  <a:pt x="2280060" y="17350"/>
                </a:lnTo>
                <a:lnTo>
                  <a:pt x="2433292" y="38528"/>
                </a:lnTo>
                <a:lnTo>
                  <a:pt x="2581932" y="67584"/>
                </a:lnTo>
                <a:lnTo>
                  <a:pt x="2725475" y="104179"/>
                </a:lnTo>
                <a:lnTo>
                  <a:pt x="2863417" y="147972"/>
                </a:lnTo>
                <a:lnTo>
                  <a:pt x="2995252" y="198620"/>
                </a:lnTo>
                <a:lnTo>
                  <a:pt x="3120476" y="255783"/>
                </a:lnTo>
                <a:lnTo>
                  <a:pt x="3238583" y="319120"/>
                </a:lnTo>
                <a:lnTo>
                  <a:pt x="3349069" y="388289"/>
                </a:lnTo>
                <a:lnTo>
                  <a:pt x="3451428" y="462949"/>
                </a:lnTo>
                <a:lnTo>
                  <a:pt x="3545157" y="542759"/>
                </a:lnTo>
                <a:lnTo>
                  <a:pt x="3629749" y="627379"/>
                </a:lnTo>
                <a:lnTo>
                  <a:pt x="3704701" y="716466"/>
                </a:lnTo>
                <a:lnTo>
                  <a:pt x="3769507" y="809679"/>
                </a:lnTo>
                <a:lnTo>
                  <a:pt x="3823662" y="906678"/>
                </a:lnTo>
                <a:lnTo>
                  <a:pt x="3866662" y="1007121"/>
                </a:lnTo>
                <a:lnTo>
                  <a:pt x="3898001" y="1110667"/>
                </a:lnTo>
                <a:lnTo>
                  <a:pt x="3917175" y="1216975"/>
                </a:lnTo>
                <a:lnTo>
                  <a:pt x="3921873" y="1295532"/>
                </a:lnTo>
                <a:lnTo>
                  <a:pt x="3921873" y="1355874"/>
                </a:lnTo>
                <a:lnTo>
                  <a:pt x="3917175" y="1434431"/>
                </a:lnTo>
                <a:lnTo>
                  <a:pt x="3898001" y="1540739"/>
                </a:lnTo>
                <a:lnTo>
                  <a:pt x="3866662" y="1644285"/>
                </a:lnTo>
                <a:lnTo>
                  <a:pt x="3823662" y="1744728"/>
                </a:lnTo>
                <a:lnTo>
                  <a:pt x="3769507" y="1841727"/>
                </a:lnTo>
                <a:lnTo>
                  <a:pt x="3704701" y="1934940"/>
                </a:lnTo>
                <a:lnTo>
                  <a:pt x="3629749" y="2024027"/>
                </a:lnTo>
                <a:lnTo>
                  <a:pt x="3545157" y="2108647"/>
                </a:lnTo>
                <a:lnTo>
                  <a:pt x="3451428" y="2188457"/>
                </a:lnTo>
                <a:lnTo>
                  <a:pt x="3349069" y="2263117"/>
                </a:lnTo>
                <a:lnTo>
                  <a:pt x="3238583" y="2332286"/>
                </a:lnTo>
                <a:lnTo>
                  <a:pt x="3120476" y="2395623"/>
                </a:lnTo>
                <a:lnTo>
                  <a:pt x="2995252" y="2452786"/>
                </a:lnTo>
                <a:lnTo>
                  <a:pt x="2863417" y="2503434"/>
                </a:lnTo>
                <a:lnTo>
                  <a:pt x="2725475" y="2547227"/>
                </a:lnTo>
                <a:lnTo>
                  <a:pt x="2581932" y="2583822"/>
                </a:lnTo>
                <a:lnTo>
                  <a:pt x="2433292" y="2612879"/>
                </a:lnTo>
                <a:lnTo>
                  <a:pt x="2280060" y="2634056"/>
                </a:lnTo>
                <a:lnTo>
                  <a:pt x="2122740" y="2647012"/>
                </a:lnTo>
                <a:lnTo>
                  <a:pt x="1961839" y="2651407"/>
                </a:lnTo>
                <a:close/>
              </a:path>
            </a:pathLst>
          </a:custGeom>
          <a:solidFill>
            <a:srgbClr val="E91B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95815" y="1024262"/>
            <a:ext cx="2775631" cy="100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4805">
              <a:lnSpc>
                <a:spcPts val="3935"/>
              </a:lnSpc>
            </a:pPr>
            <a:r>
              <a:rPr spc="50" dirty="0"/>
              <a:t>F</a:t>
            </a:r>
            <a:r>
              <a:rPr spc="-30" dirty="0"/>
              <a:t>R</a:t>
            </a:r>
            <a:r>
              <a:rPr spc="265" dirty="0"/>
              <a:t>A</a:t>
            </a:r>
            <a:r>
              <a:rPr spc="65" dirty="0"/>
              <a:t>C</a:t>
            </a:r>
            <a:r>
              <a:rPr spc="-204" dirty="0"/>
              <a:t> </a:t>
            </a:r>
            <a:r>
              <a:rPr spc="15" dirty="0"/>
              <a:t>S</a:t>
            </a:r>
            <a:r>
              <a:rPr spc="265" dirty="0"/>
              <a:t>A</a:t>
            </a:r>
            <a:r>
              <a:rPr spc="20" dirty="0"/>
              <a:t>N</a:t>
            </a:r>
            <a:r>
              <a:rPr spc="25" dirty="0"/>
              <a:t>D</a:t>
            </a:r>
          </a:p>
        </p:txBody>
      </p:sp>
      <p:sp>
        <p:nvSpPr>
          <p:cNvPr id="4" name="object 4"/>
          <p:cNvSpPr/>
          <p:nvPr/>
        </p:nvSpPr>
        <p:spPr>
          <a:xfrm>
            <a:off x="526256" y="3248633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6586" y="3248633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6256" y="3248633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3329" y="4000638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3660" y="4000638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3329" y="4000638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34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8855" y="2896532"/>
            <a:ext cx="23488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500" dirty="0">
                <a:solidFill>
                  <a:srgbClr val="292929"/>
                </a:solidFill>
                <a:latin typeface="Calibri"/>
                <a:cs typeface="Calibri"/>
              </a:rPr>
              <a:t>W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45" dirty="0">
                <a:solidFill>
                  <a:srgbClr val="292929"/>
                </a:solidFill>
                <a:latin typeface="Calibri"/>
                <a:cs typeface="Calibri"/>
              </a:rPr>
              <a:t>V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29" dirty="0">
                <a:solidFill>
                  <a:srgbClr val="292929"/>
                </a:solidFill>
                <a:latin typeface="Calibri"/>
                <a:cs typeface="Calibri"/>
              </a:rPr>
              <a:t>T</a:t>
            </a:r>
            <a:r>
              <a:rPr sz="2400" b="1" spc="195" dirty="0">
                <a:solidFill>
                  <a:srgbClr val="292929"/>
                </a:solidFill>
                <a:latin typeface="Calibri"/>
                <a:cs typeface="Calibri"/>
              </a:rPr>
              <a:t>U</a:t>
            </a:r>
            <a:r>
              <a:rPr sz="2400" b="1" spc="355" dirty="0">
                <a:solidFill>
                  <a:srgbClr val="292929"/>
                </a:solidFill>
                <a:latin typeface="Calibri"/>
                <a:cs typeface="Calibri"/>
              </a:rPr>
              <a:t>R</a:t>
            </a:r>
            <a:r>
              <a:rPr sz="2400" b="1" spc="210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1866" y="4752642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5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2195" y="4752642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0"/>
                </a:moveTo>
                <a:lnTo>
                  <a:pt x="3342616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1866" y="4752642"/>
            <a:ext cx="33432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5044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4793" y="5504647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5123" y="5504647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4793" y="5504647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54050" y="2877482"/>
            <a:ext cx="9925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35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70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29805" y="3209786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30136" y="3209786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71465" y="3370187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73770" y="2857685"/>
            <a:ext cx="12172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575" dirty="0">
                <a:solidFill>
                  <a:srgbClr val="292929"/>
                </a:solidFill>
                <a:latin typeface="Calibri"/>
                <a:cs typeface="Calibri"/>
              </a:rPr>
              <a:t>2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46517" y="2896532"/>
            <a:ext cx="12738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75" dirty="0">
                <a:solidFill>
                  <a:srgbClr val="292929"/>
                </a:solidFill>
                <a:latin typeface="Calibri"/>
                <a:cs typeface="Calibri"/>
              </a:rPr>
              <a:t>3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80456" y="6256652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20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0769" y="6256652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80456" y="6256652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324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42039" y="399370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242369" y="399370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242039" y="3993701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34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109468" y="3248633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9798" y="3248633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109468" y="3248633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146542" y="4000638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146872" y="4000638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146542" y="4000638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34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278738" y="5561532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5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79068" y="5561532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278738" y="5561532"/>
            <a:ext cx="334454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5044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254272" y="634545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254603" y="634545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254272" y="6345452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271026" y="7129365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20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71338" y="7129365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0"/>
                </a:moveTo>
                <a:lnTo>
                  <a:pt x="3361699" y="628649"/>
                </a:lnTo>
                <a:lnTo>
                  <a:pt x="0" y="628649"/>
                </a:lnTo>
              </a:path>
            </a:pathLst>
          </a:custGeom>
          <a:ln w="75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271026" y="7129365"/>
            <a:ext cx="336232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324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266506" y="4777619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266836" y="4777619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266506" y="4777619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0285">
              <a:lnSpc>
                <a:spcPct val="100000"/>
              </a:lnSpc>
            </a:pP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183615" y="4752642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5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183945" y="4752642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0"/>
                </a:moveTo>
                <a:lnTo>
                  <a:pt x="3342616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183615" y="4752642"/>
            <a:ext cx="33432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5044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146542" y="5504647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146872" y="5504647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146542" y="5504647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182206" y="6256652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20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182519" y="6256652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182206" y="6256652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324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919712" y="3209786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1920042" y="3209786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2261372" y="3370187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1931945" y="399370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932276" y="399370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1931945" y="3993701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345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6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29" dirty="0">
                <a:solidFill>
                  <a:srgbClr val="292929"/>
                </a:solidFill>
                <a:latin typeface="Tahoma"/>
                <a:cs typeface="Tahoma"/>
              </a:rPr>
              <a:t>UE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1968645" y="5561532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4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1968974" y="5561532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0"/>
                </a:moveTo>
                <a:lnTo>
                  <a:pt x="3342616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1968645" y="5561532"/>
            <a:ext cx="33432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5044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1944179" y="6345452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1944510" y="6345452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1944179" y="6345452"/>
            <a:ext cx="33686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0">
              <a:lnSpc>
                <a:spcPct val="100000"/>
              </a:lnSpc>
            </a:pP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1960931" y="7129365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19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1961245" y="7129365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0"/>
                </a:moveTo>
                <a:lnTo>
                  <a:pt x="3361699" y="628649"/>
                </a:lnTo>
                <a:lnTo>
                  <a:pt x="0" y="628649"/>
                </a:lnTo>
              </a:path>
            </a:pathLst>
          </a:custGeom>
          <a:ln w="75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1960931" y="7129365"/>
            <a:ext cx="336232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3240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1956412" y="4777619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29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1956743" y="4777619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11956412" y="4777619"/>
            <a:ext cx="337185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0285">
              <a:lnSpc>
                <a:spcPct val="100000"/>
              </a:lnSpc>
            </a:pP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24239" y="156424"/>
            <a:ext cx="2863850" cy="1387475"/>
          </a:xfrm>
          <a:custGeom>
            <a:avLst/>
            <a:gdLst/>
            <a:ahLst/>
            <a:cxnLst/>
            <a:rect l="l" t="t" r="r" b="b"/>
            <a:pathLst>
              <a:path w="2863850" h="1387475">
                <a:moveTo>
                  <a:pt x="1431809" y="1387363"/>
                </a:moveTo>
                <a:lnTo>
                  <a:pt x="1314379" y="1385064"/>
                </a:lnTo>
                <a:lnTo>
                  <a:pt x="1199562" y="1378284"/>
                </a:lnTo>
                <a:lnTo>
                  <a:pt x="1087729" y="1367203"/>
                </a:lnTo>
                <a:lnTo>
                  <a:pt x="979247" y="1351999"/>
                </a:lnTo>
                <a:lnTo>
                  <a:pt x="874484" y="1332850"/>
                </a:lnTo>
                <a:lnTo>
                  <a:pt x="773810" y="1309936"/>
                </a:lnTo>
                <a:lnTo>
                  <a:pt x="677593" y="1283434"/>
                </a:lnTo>
                <a:lnTo>
                  <a:pt x="586201" y="1253523"/>
                </a:lnTo>
                <a:lnTo>
                  <a:pt x="500003" y="1220382"/>
                </a:lnTo>
                <a:lnTo>
                  <a:pt x="419367" y="1184189"/>
                </a:lnTo>
                <a:lnTo>
                  <a:pt x="344662" y="1145122"/>
                </a:lnTo>
                <a:lnTo>
                  <a:pt x="276256" y="1103361"/>
                </a:lnTo>
                <a:lnTo>
                  <a:pt x="214517" y="1059083"/>
                </a:lnTo>
                <a:lnTo>
                  <a:pt x="159815" y="1012468"/>
                </a:lnTo>
                <a:lnTo>
                  <a:pt x="112518" y="963694"/>
                </a:lnTo>
                <a:lnTo>
                  <a:pt x="72994" y="912938"/>
                </a:lnTo>
                <a:lnTo>
                  <a:pt x="41612" y="860381"/>
                </a:lnTo>
                <a:lnTo>
                  <a:pt x="18739" y="806200"/>
                </a:lnTo>
                <a:lnTo>
                  <a:pt x="4746" y="750574"/>
                </a:lnTo>
                <a:lnTo>
                  <a:pt x="0" y="693681"/>
                </a:lnTo>
                <a:lnTo>
                  <a:pt x="4746" y="636789"/>
                </a:lnTo>
                <a:lnTo>
                  <a:pt x="18739" y="581162"/>
                </a:lnTo>
                <a:lnTo>
                  <a:pt x="41612" y="526981"/>
                </a:lnTo>
                <a:lnTo>
                  <a:pt x="72994" y="474424"/>
                </a:lnTo>
                <a:lnTo>
                  <a:pt x="112518" y="423669"/>
                </a:lnTo>
                <a:lnTo>
                  <a:pt x="159815" y="374894"/>
                </a:lnTo>
                <a:lnTo>
                  <a:pt x="214517" y="328279"/>
                </a:lnTo>
                <a:lnTo>
                  <a:pt x="276256" y="284002"/>
                </a:lnTo>
                <a:lnTo>
                  <a:pt x="344662" y="242240"/>
                </a:lnTo>
                <a:lnTo>
                  <a:pt x="419367" y="203174"/>
                </a:lnTo>
                <a:lnTo>
                  <a:pt x="500003" y="166981"/>
                </a:lnTo>
                <a:lnTo>
                  <a:pt x="586201" y="133839"/>
                </a:lnTo>
                <a:lnTo>
                  <a:pt x="677593" y="103929"/>
                </a:lnTo>
                <a:lnTo>
                  <a:pt x="773810" y="77427"/>
                </a:lnTo>
                <a:lnTo>
                  <a:pt x="874484" y="54512"/>
                </a:lnTo>
                <a:lnTo>
                  <a:pt x="979247" y="35363"/>
                </a:lnTo>
                <a:lnTo>
                  <a:pt x="1087729" y="20159"/>
                </a:lnTo>
                <a:lnTo>
                  <a:pt x="1199562" y="9078"/>
                </a:lnTo>
                <a:lnTo>
                  <a:pt x="1314379" y="2299"/>
                </a:lnTo>
                <a:lnTo>
                  <a:pt x="1431785" y="0"/>
                </a:lnTo>
                <a:lnTo>
                  <a:pt x="1549240" y="2299"/>
                </a:lnTo>
                <a:lnTo>
                  <a:pt x="1664056" y="9078"/>
                </a:lnTo>
                <a:lnTo>
                  <a:pt x="1775890" y="20159"/>
                </a:lnTo>
                <a:lnTo>
                  <a:pt x="1884372" y="35363"/>
                </a:lnTo>
                <a:lnTo>
                  <a:pt x="1989135" y="54512"/>
                </a:lnTo>
                <a:lnTo>
                  <a:pt x="2089809" y="77427"/>
                </a:lnTo>
                <a:lnTo>
                  <a:pt x="2186026" y="103929"/>
                </a:lnTo>
                <a:lnTo>
                  <a:pt x="2277418" y="133839"/>
                </a:lnTo>
                <a:lnTo>
                  <a:pt x="2363616" y="166981"/>
                </a:lnTo>
                <a:lnTo>
                  <a:pt x="2444252" y="203174"/>
                </a:lnTo>
                <a:lnTo>
                  <a:pt x="2518957" y="242240"/>
                </a:lnTo>
                <a:lnTo>
                  <a:pt x="2587363" y="284002"/>
                </a:lnTo>
                <a:lnTo>
                  <a:pt x="2649101" y="328279"/>
                </a:lnTo>
                <a:lnTo>
                  <a:pt x="2703803" y="374894"/>
                </a:lnTo>
                <a:lnTo>
                  <a:pt x="2751101" y="423669"/>
                </a:lnTo>
                <a:lnTo>
                  <a:pt x="2790625" y="474424"/>
                </a:lnTo>
                <a:lnTo>
                  <a:pt x="2822007" y="526981"/>
                </a:lnTo>
                <a:lnTo>
                  <a:pt x="2844879" y="581162"/>
                </a:lnTo>
                <a:lnTo>
                  <a:pt x="2858873" y="636789"/>
                </a:lnTo>
                <a:lnTo>
                  <a:pt x="2863619" y="693681"/>
                </a:lnTo>
                <a:lnTo>
                  <a:pt x="2858873" y="750574"/>
                </a:lnTo>
                <a:lnTo>
                  <a:pt x="2844879" y="806200"/>
                </a:lnTo>
                <a:lnTo>
                  <a:pt x="2822007" y="860381"/>
                </a:lnTo>
                <a:lnTo>
                  <a:pt x="2790625" y="912938"/>
                </a:lnTo>
                <a:lnTo>
                  <a:pt x="2751101" y="963694"/>
                </a:lnTo>
                <a:lnTo>
                  <a:pt x="2703803" y="1012468"/>
                </a:lnTo>
                <a:lnTo>
                  <a:pt x="2649101" y="1059083"/>
                </a:lnTo>
                <a:lnTo>
                  <a:pt x="2587363" y="1103361"/>
                </a:lnTo>
                <a:lnTo>
                  <a:pt x="2518957" y="1145122"/>
                </a:lnTo>
                <a:lnTo>
                  <a:pt x="2444252" y="1184189"/>
                </a:lnTo>
                <a:lnTo>
                  <a:pt x="2363616" y="1220382"/>
                </a:lnTo>
                <a:lnTo>
                  <a:pt x="2277418" y="1253523"/>
                </a:lnTo>
                <a:lnTo>
                  <a:pt x="2186026" y="1283434"/>
                </a:lnTo>
                <a:lnTo>
                  <a:pt x="2089809" y="1309936"/>
                </a:lnTo>
                <a:lnTo>
                  <a:pt x="1989135" y="1332850"/>
                </a:lnTo>
                <a:lnTo>
                  <a:pt x="1884372" y="1351999"/>
                </a:lnTo>
                <a:lnTo>
                  <a:pt x="1775890" y="1367203"/>
                </a:lnTo>
                <a:lnTo>
                  <a:pt x="1664056" y="1378284"/>
                </a:lnTo>
                <a:lnTo>
                  <a:pt x="1549240" y="1385064"/>
                </a:lnTo>
                <a:lnTo>
                  <a:pt x="1431809" y="1387363"/>
                </a:lnTo>
                <a:close/>
              </a:path>
            </a:pathLst>
          </a:custGeom>
          <a:solidFill>
            <a:srgbClr val="E91B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85692" y="649708"/>
            <a:ext cx="2140585" cy="444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35"/>
              </a:lnSpc>
            </a:pPr>
            <a:r>
              <a:rPr sz="3300" b="1" spc="4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300" b="1" spc="9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3300" b="1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00" b="1" spc="1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00" b="1" spc="4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300" b="1" spc="9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3300" b="1" spc="-2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6256" y="1917168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6586" y="1917168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7916" y="2077569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5022" y="2669173"/>
            <a:ext cx="3630295" cy="633095"/>
          </a:xfrm>
          <a:custGeom>
            <a:avLst/>
            <a:gdLst/>
            <a:ahLst/>
            <a:cxnLst/>
            <a:rect l="l" t="t" r="r" b="b"/>
            <a:pathLst>
              <a:path w="3630295" h="633095">
                <a:moveTo>
                  <a:pt x="0" y="0"/>
                </a:moveTo>
                <a:lnTo>
                  <a:pt x="3629923" y="0"/>
                </a:lnTo>
                <a:lnTo>
                  <a:pt x="3629923" y="632507"/>
                </a:lnTo>
                <a:lnTo>
                  <a:pt x="0" y="6325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5414" y="2669172"/>
            <a:ext cx="3628390" cy="628650"/>
          </a:xfrm>
          <a:custGeom>
            <a:avLst/>
            <a:gdLst/>
            <a:ahLst/>
            <a:cxnLst/>
            <a:rect l="l" t="t" r="r" b="b"/>
            <a:pathLst>
              <a:path w="3628390" h="628650">
                <a:moveTo>
                  <a:pt x="3628242" y="0"/>
                </a:moveTo>
                <a:lnTo>
                  <a:pt x="3628242" y="628649"/>
                </a:lnTo>
                <a:lnTo>
                  <a:pt x="0" y="628649"/>
                </a:lnTo>
              </a:path>
            </a:pathLst>
          </a:custGeom>
          <a:ln w="757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5022" y="2669173"/>
            <a:ext cx="362902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110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8855" y="1565065"/>
            <a:ext cx="23488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500" dirty="0">
                <a:solidFill>
                  <a:srgbClr val="292929"/>
                </a:solidFill>
                <a:latin typeface="Calibri"/>
                <a:cs typeface="Calibri"/>
              </a:rPr>
              <a:t>W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45" dirty="0">
                <a:solidFill>
                  <a:srgbClr val="292929"/>
                </a:solidFill>
                <a:latin typeface="Calibri"/>
                <a:cs typeface="Calibri"/>
              </a:rPr>
              <a:t>V</a:t>
            </a:r>
            <a:r>
              <a:rPr sz="2400" b="1" spc="204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2400" b="1" spc="229" dirty="0">
                <a:solidFill>
                  <a:srgbClr val="292929"/>
                </a:solidFill>
                <a:latin typeface="Calibri"/>
                <a:cs typeface="Calibri"/>
              </a:rPr>
              <a:t>T</a:t>
            </a:r>
            <a:r>
              <a:rPr sz="2400" b="1" spc="195" dirty="0">
                <a:solidFill>
                  <a:srgbClr val="292929"/>
                </a:solidFill>
                <a:latin typeface="Calibri"/>
                <a:cs typeface="Calibri"/>
              </a:rPr>
              <a:t>U</a:t>
            </a:r>
            <a:r>
              <a:rPr sz="2400" b="1" spc="355" dirty="0">
                <a:solidFill>
                  <a:srgbClr val="292929"/>
                </a:solidFill>
                <a:latin typeface="Calibri"/>
                <a:cs typeface="Calibri"/>
              </a:rPr>
              <a:t>R</a:t>
            </a:r>
            <a:r>
              <a:rPr sz="2400" b="1" spc="210" dirty="0">
                <a:solidFill>
                  <a:srgbClr val="292929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85207" y="1632026"/>
            <a:ext cx="9925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35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70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10014" y="1964331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10345" y="1964331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051674" y="2124732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53978" y="1612229"/>
            <a:ext cx="12172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575" dirty="0">
                <a:solidFill>
                  <a:srgbClr val="292929"/>
                </a:solidFill>
                <a:latin typeface="Calibri"/>
                <a:cs typeface="Calibri"/>
              </a:rPr>
              <a:t>2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28725" y="1651076"/>
            <a:ext cx="12738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375" dirty="0">
                <a:solidFill>
                  <a:srgbClr val="292929"/>
                </a:solidFill>
                <a:latin typeface="Calibri"/>
                <a:cs typeface="Calibri"/>
              </a:rPr>
              <a:t>3</a:t>
            </a:r>
            <a:r>
              <a:rPr sz="2400" b="1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400" b="1" spc="415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400" b="1" spc="390" dirty="0">
                <a:solidFill>
                  <a:srgbClr val="292929"/>
                </a:solidFill>
                <a:latin typeface="Calibri"/>
                <a:cs typeface="Calibri"/>
              </a:rPr>
              <a:t>Ñ</a:t>
            </a:r>
            <a:r>
              <a:rPr sz="2400" b="1" spc="465" dirty="0">
                <a:solidFill>
                  <a:srgbClr val="292929"/>
                </a:solidFill>
                <a:latin typeface="Calibri"/>
                <a:cs typeface="Calibri"/>
              </a:rPr>
              <a:t>O</a:t>
            </a:r>
            <a:r>
              <a:rPr sz="2400" b="1" spc="475" dirty="0">
                <a:solidFill>
                  <a:srgbClr val="292929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0310" y="6164039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20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5508" y="5520425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50863" y="6184083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5375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80" dirty="0">
                <a:solidFill>
                  <a:srgbClr val="292929"/>
                </a:solidFill>
                <a:latin typeface="Tahoma"/>
                <a:cs typeface="Tahoma"/>
              </a:rPr>
              <a:t>8</a:t>
            </a:r>
            <a:r>
              <a:rPr sz="2400" spc="340" dirty="0">
                <a:solidFill>
                  <a:srgbClr val="292929"/>
                </a:solidFill>
                <a:latin typeface="Tahoma"/>
                <a:cs typeface="Tahoma"/>
              </a:rPr>
              <a:t>0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71820" y="1917168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72150" y="1917168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0"/>
                </a:moveTo>
                <a:lnTo>
                  <a:pt x="3371189" y="628649"/>
                </a:lnTo>
                <a:lnTo>
                  <a:pt x="0" y="628649"/>
                </a:lnTo>
              </a:path>
            </a:pathLst>
          </a:custGeom>
          <a:ln w="7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13480" y="2077569"/>
            <a:ext cx="26847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40587" y="2669173"/>
            <a:ext cx="3630295" cy="633095"/>
          </a:xfrm>
          <a:custGeom>
            <a:avLst/>
            <a:gdLst/>
            <a:ahLst/>
            <a:cxnLst/>
            <a:rect l="l" t="t" r="r" b="b"/>
            <a:pathLst>
              <a:path w="3630295" h="633095">
                <a:moveTo>
                  <a:pt x="0" y="0"/>
                </a:moveTo>
                <a:lnTo>
                  <a:pt x="3629923" y="0"/>
                </a:lnTo>
                <a:lnTo>
                  <a:pt x="3629923" y="632507"/>
                </a:lnTo>
                <a:lnTo>
                  <a:pt x="0" y="6325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40978" y="2669172"/>
            <a:ext cx="3628390" cy="628650"/>
          </a:xfrm>
          <a:custGeom>
            <a:avLst/>
            <a:gdLst/>
            <a:ahLst/>
            <a:cxnLst/>
            <a:rect l="l" t="t" r="r" b="b"/>
            <a:pathLst>
              <a:path w="3628390" h="628650">
                <a:moveTo>
                  <a:pt x="3628242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140587" y="2669173"/>
            <a:ext cx="363029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110">
              <a:lnSpc>
                <a:spcPct val="100000"/>
              </a:lnSpc>
            </a:pPr>
            <a:r>
              <a:rPr sz="2400" spc="-1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245" dirty="0">
                <a:solidFill>
                  <a:srgbClr val="292929"/>
                </a:solidFill>
                <a:latin typeface="Tahoma"/>
                <a:cs typeface="Tahoma"/>
              </a:rPr>
              <a:t>UR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327430" y="3359803"/>
            <a:ext cx="3344545" cy="633730"/>
          </a:xfrm>
          <a:custGeom>
            <a:avLst/>
            <a:gdLst/>
            <a:ahLst/>
            <a:cxnLst/>
            <a:rect l="l" t="t" r="r" b="b"/>
            <a:pathLst>
              <a:path w="3344545" h="633729">
                <a:moveTo>
                  <a:pt x="0" y="0"/>
                </a:moveTo>
                <a:lnTo>
                  <a:pt x="3344168" y="0"/>
                </a:lnTo>
                <a:lnTo>
                  <a:pt x="334416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27760" y="3359803"/>
            <a:ext cx="3342640" cy="628650"/>
          </a:xfrm>
          <a:custGeom>
            <a:avLst/>
            <a:gdLst/>
            <a:ahLst/>
            <a:cxnLst/>
            <a:rect l="l" t="t" r="r" b="b"/>
            <a:pathLst>
              <a:path w="3342640" h="628650">
                <a:moveTo>
                  <a:pt x="3342616" y="0"/>
                </a:moveTo>
                <a:lnTo>
                  <a:pt x="3342616" y="628649"/>
                </a:lnTo>
                <a:lnTo>
                  <a:pt x="0" y="628649"/>
                </a:lnTo>
              </a:path>
            </a:pathLst>
          </a:custGeom>
          <a:ln w="75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71820" y="4078036"/>
            <a:ext cx="3677920" cy="1385570"/>
          </a:xfrm>
          <a:custGeom>
            <a:avLst/>
            <a:gdLst/>
            <a:ahLst/>
            <a:cxnLst/>
            <a:rect l="l" t="t" r="r" b="b"/>
            <a:pathLst>
              <a:path w="3677920" h="1385570">
                <a:moveTo>
                  <a:pt x="0" y="0"/>
                </a:moveTo>
                <a:lnTo>
                  <a:pt x="3677747" y="0"/>
                </a:lnTo>
                <a:lnTo>
                  <a:pt x="3677747" y="1385240"/>
                </a:lnTo>
                <a:lnTo>
                  <a:pt x="0" y="13852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71922" y="4078036"/>
            <a:ext cx="3676650" cy="1381125"/>
          </a:xfrm>
          <a:custGeom>
            <a:avLst/>
            <a:gdLst/>
            <a:ahLst/>
            <a:cxnLst/>
            <a:rect l="l" t="t" r="r" b="b"/>
            <a:pathLst>
              <a:path w="3676650" h="1381125">
                <a:moveTo>
                  <a:pt x="3676446" y="0"/>
                </a:moveTo>
                <a:lnTo>
                  <a:pt x="3676446" y="1381124"/>
                </a:lnTo>
                <a:lnTo>
                  <a:pt x="0" y="1381124"/>
                </a:lnTo>
              </a:path>
            </a:pathLst>
          </a:custGeom>
          <a:ln w="76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271820" y="3359803"/>
            <a:ext cx="3676650" cy="2099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1990" marR="673100" indent="374015">
              <a:lnSpc>
                <a:spcPct val="191200"/>
              </a:lnSpc>
            </a:pP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350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  <a:p>
            <a:pPr marL="425450" marR="416559" indent="447040">
              <a:lnSpc>
                <a:spcPct val="106800"/>
              </a:lnSpc>
            </a:pP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10760" y="5520425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20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11073" y="5520425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410760" y="5520425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5375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80" dirty="0">
                <a:solidFill>
                  <a:srgbClr val="292929"/>
                </a:solidFill>
                <a:latin typeface="Tahoma"/>
                <a:cs typeface="Tahoma"/>
              </a:rPr>
              <a:t>8</a:t>
            </a:r>
            <a:r>
              <a:rPr sz="2400" spc="340" dirty="0">
                <a:solidFill>
                  <a:srgbClr val="292929"/>
                </a:solidFill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614639" y="5502294"/>
            <a:ext cx="3677920" cy="1385570"/>
          </a:xfrm>
          <a:custGeom>
            <a:avLst/>
            <a:gdLst/>
            <a:ahLst/>
            <a:cxnLst/>
            <a:rect l="l" t="t" r="r" b="b"/>
            <a:pathLst>
              <a:path w="3677919" h="1385570">
                <a:moveTo>
                  <a:pt x="0" y="1385240"/>
                </a:moveTo>
                <a:lnTo>
                  <a:pt x="0" y="0"/>
                </a:lnTo>
                <a:lnTo>
                  <a:pt x="3677746" y="0"/>
                </a:lnTo>
                <a:lnTo>
                  <a:pt x="3677746" y="1385240"/>
                </a:lnTo>
                <a:lnTo>
                  <a:pt x="0" y="13852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722275" y="6837288"/>
            <a:ext cx="3676650" cy="1381125"/>
          </a:xfrm>
          <a:custGeom>
            <a:avLst/>
            <a:gdLst/>
            <a:ahLst/>
            <a:cxnLst/>
            <a:rect l="l" t="t" r="r" b="b"/>
            <a:pathLst>
              <a:path w="3676650" h="1381125">
                <a:moveTo>
                  <a:pt x="3676446" y="0"/>
                </a:moveTo>
                <a:lnTo>
                  <a:pt x="3676446" y="1381124"/>
                </a:lnTo>
                <a:lnTo>
                  <a:pt x="0" y="1381124"/>
                </a:lnTo>
              </a:path>
            </a:pathLst>
          </a:custGeom>
          <a:ln w="76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699023" y="5728941"/>
            <a:ext cx="3676650" cy="138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 dirty="0">
              <a:latin typeface="Tahoma"/>
              <a:cs typeface="Tahoma"/>
            </a:endParaRPr>
          </a:p>
          <a:p>
            <a:pPr marL="425450" marR="416559" indent="-635" algn="ctr">
              <a:lnSpc>
                <a:spcPct val="106800"/>
              </a:lnSpc>
            </a:pP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718269" y="6923446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19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920835" y="7145648"/>
            <a:ext cx="33604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5375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80" dirty="0">
                <a:solidFill>
                  <a:srgbClr val="292929"/>
                </a:solidFill>
                <a:latin typeface="Tahoma"/>
                <a:cs typeface="Tahoma"/>
              </a:rPr>
              <a:t>8</a:t>
            </a:r>
            <a:r>
              <a:rPr sz="2400" spc="340" dirty="0">
                <a:solidFill>
                  <a:srgbClr val="292929"/>
                </a:solidFill>
                <a:latin typeface="Tahoma"/>
                <a:cs typeface="Tahoma"/>
              </a:rPr>
              <a:t>0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3569391" y="1993653"/>
            <a:ext cx="3368675" cy="633730"/>
          </a:xfrm>
          <a:custGeom>
            <a:avLst/>
            <a:gdLst/>
            <a:ahLst/>
            <a:cxnLst/>
            <a:rect l="l" t="t" r="r" b="b"/>
            <a:pathLst>
              <a:path w="3368675" h="633730">
                <a:moveTo>
                  <a:pt x="0" y="0"/>
                </a:moveTo>
                <a:lnTo>
                  <a:pt x="3368227" y="0"/>
                </a:lnTo>
                <a:lnTo>
                  <a:pt x="3368227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569722" y="1993653"/>
            <a:ext cx="3371215" cy="628650"/>
          </a:xfrm>
          <a:custGeom>
            <a:avLst/>
            <a:gdLst/>
            <a:ahLst/>
            <a:cxnLst/>
            <a:rect l="l" t="t" r="r" b="b"/>
            <a:pathLst>
              <a:path w="3371215" h="628650">
                <a:moveTo>
                  <a:pt x="3371189" y="628649"/>
                </a:moveTo>
                <a:lnTo>
                  <a:pt x="0" y="628649"/>
                </a:lnTo>
              </a:path>
            </a:pathLst>
          </a:custGeom>
          <a:ln w="75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3569391" y="1993653"/>
            <a:ext cx="33686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>
              <a:lnSpc>
                <a:spcPct val="100000"/>
              </a:lnSpc>
            </a:pP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400" spc="190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RE</a:t>
            </a:r>
            <a:r>
              <a:rPr sz="2400" spc="145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581550" y="6866614"/>
            <a:ext cx="3677920" cy="1385570"/>
          </a:xfrm>
          <a:custGeom>
            <a:avLst/>
            <a:gdLst/>
            <a:ahLst/>
            <a:cxnLst/>
            <a:rect l="l" t="t" r="r" b="b"/>
            <a:pathLst>
              <a:path w="3677919" h="1385570">
                <a:moveTo>
                  <a:pt x="0" y="0"/>
                </a:moveTo>
                <a:lnTo>
                  <a:pt x="3677746" y="0"/>
                </a:lnTo>
                <a:lnTo>
                  <a:pt x="3677746" y="1385240"/>
                </a:lnTo>
                <a:lnTo>
                  <a:pt x="0" y="13852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581653" y="6866614"/>
            <a:ext cx="3676650" cy="1381125"/>
          </a:xfrm>
          <a:custGeom>
            <a:avLst/>
            <a:gdLst/>
            <a:ahLst/>
            <a:cxnLst/>
            <a:rect l="l" t="t" r="r" b="b"/>
            <a:pathLst>
              <a:path w="3676650" h="1381125">
                <a:moveTo>
                  <a:pt x="3676446" y="0"/>
                </a:moveTo>
                <a:lnTo>
                  <a:pt x="3676446" y="1381124"/>
                </a:lnTo>
                <a:lnTo>
                  <a:pt x="0" y="1381124"/>
                </a:lnTo>
              </a:path>
            </a:pathLst>
          </a:custGeom>
          <a:ln w="76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3581550" y="6866614"/>
            <a:ext cx="3676650" cy="138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ER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7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endParaRPr sz="2400" dirty="0">
              <a:latin typeface="Tahoma"/>
              <a:cs typeface="Tahoma"/>
            </a:endParaRPr>
          </a:p>
          <a:p>
            <a:pPr marL="425450" marR="416559" indent="-635" algn="ctr">
              <a:lnSpc>
                <a:spcPct val="106800"/>
              </a:lnSpc>
            </a:pP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90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400" spc="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300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24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16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400" spc="19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25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400" spc="225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400" spc="15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400" spc="13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3843010" y="8309005"/>
            <a:ext cx="3360420" cy="633730"/>
          </a:xfrm>
          <a:custGeom>
            <a:avLst/>
            <a:gdLst/>
            <a:ahLst/>
            <a:cxnLst/>
            <a:rect l="l" t="t" r="r" b="b"/>
            <a:pathLst>
              <a:path w="3360419" h="633729">
                <a:moveTo>
                  <a:pt x="0" y="0"/>
                </a:moveTo>
                <a:lnTo>
                  <a:pt x="3360208" y="0"/>
                </a:lnTo>
                <a:lnTo>
                  <a:pt x="3360208" y="633547"/>
                </a:lnTo>
                <a:lnTo>
                  <a:pt x="0" y="633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843324" y="8309006"/>
            <a:ext cx="3361690" cy="628650"/>
          </a:xfrm>
          <a:custGeom>
            <a:avLst/>
            <a:gdLst/>
            <a:ahLst/>
            <a:cxnLst/>
            <a:rect l="l" t="t" r="r" b="b"/>
            <a:pathLst>
              <a:path w="3361690" h="628650">
                <a:moveTo>
                  <a:pt x="3361699" y="0"/>
                </a:moveTo>
                <a:lnTo>
                  <a:pt x="3361699" y="628649"/>
                </a:lnTo>
                <a:lnTo>
                  <a:pt x="0" y="628649"/>
                </a:lnTo>
              </a:path>
            </a:pathLst>
          </a:custGeom>
          <a:ln w="75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3843010" y="8309005"/>
            <a:ext cx="336232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5375">
              <a:lnSpc>
                <a:spcPct val="100000"/>
              </a:lnSpc>
            </a:pPr>
            <a:r>
              <a:rPr sz="2400" spc="23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400" spc="285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400" spc="21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180" dirty="0">
                <a:solidFill>
                  <a:srgbClr val="292929"/>
                </a:solidFill>
                <a:latin typeface="Tahoma"/>
                <a:cs typeface="Tahoma"/>
              </a:rPr>
              <a:t>8</a:t>
            </a:r>
            <a:r>
              <a:rPr sz="2400" spc="340" dirty="0">
                <a:solidFill>
                  <a:srgbClr val="292929"/>
                </a:solidFill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50475"/>
              </p:ext>
            </p:extLst>
          </p:nvPr>
        </p:nvGraphicFramePr>
        <p:xfrm>
          <a:off x="177961" y="3359802"/>
          <a:ext cx="3714619" cy="26218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7752"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100076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AMWINS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3">
                      <a:solidFill>
                        <a:srgbClr val="000000"/>
                      </a:solidFill>
                      <a:prstDash val="solid"/>
                    </a:lnR>
                    <a:lnB w="75763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271">
                <a:tc gridSpan="2"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0874">
                <a:tc gridSpan="2">
                  <a:txBody>
                    <a:bodyPr/>
                    <a:lstStyle/>
                    <a:p>
                      <a:pPr marL="69977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COVER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WHALE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  <a:p>
                      <a:pPr marL="443230" marR="398780" indent="407670">
                        <a:lnSpc>
                          <a:spcPct val="1068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(liability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only When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auto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hauler)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6009">
                      <a:solidFill>
                        <a:srgbClr val="000000"/>
                      </a:solidFill>
                      <a:prstDash val="solid"/>
                    </a:lnR>
                    <a:lnB w="76009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objec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159216"/>
              </p:ext>
            </p:extLst>
          </p:nvPr>
        </p:nvGraphicFramePr>
        <p:xfrm>
          <a:off x="9657404" y="2622303"/>
          <a:ext cx="3628634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8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7349">
                <a:tc>
                  <a:txBody>
                    <a:bodyPr/>
                    <a:lstStyle/>
                    <a:p>
                      <a:pPr marL="848994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GREATWEST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49"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349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TRISURA(liability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only)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49"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49"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349">
                <a:tc>
                  <a:txBody>
                    <a:bodyPr/>
                    <a:lstStyle/>
                    <a:p>
                      <a:pPr marL="114173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AMWINS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49">
                <a:tc>
                  <a:txBody>
                    <a:bodyPr/>
                    <a:lstStyle/>
                    <a:p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600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197247"/>
              </p:ext>
            </p:extLst>
          </p:nvPr>
        </p:nvGraphicFramePr>
        <p:xfrm>
          <a:off x="13531389" y="2679443"/>
          <a:ext cx="3628634" cy="4274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8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054">
                <a:tc>
                  <a:txBody>
                    <a:bodyPr/>
                    <a:lstStyle/>
                    <a:p>
                      <a:pPr marL="848994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GREATWEST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55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54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TRISURA(liability</a:t>
                      </a:r>
                      <a:r>
                        <a:rPr sz="2400" spc="-135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only)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55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54">
                <a:tc>
                  <a:txBody>
                    <a:bodyPr/>
                    <a:lstStyle/>
                    <a:p>
                      <a:pPr marL="45021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ROCKLAKE(canal)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55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54">
                <a:tc>
                  <a:txBody>
                    <a:bodyPr/>
                    <a:lstStyle/>
                    <a:p>
                      <a:pPr marL="114173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AMWINS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5764">
                      <a:solidFill>
                        <a:srgbClr val="000000"/>
                      </a:solidFill>
                      <a:prstDash val="solid"/>
                    </a:lnR>
                    <a:lnB w="7576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557">
                <a:tc>
                  <a:txBody>
                    <a:bodyPr/>
                    <a:lstStyle/>
                    <a:p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6004">
                      <a:solidFill>
                        <a:srgbClr val="000000"/>
                      </a:solidFill>
                      <a:prstDash val="solid"/>
                    </a:lnR>
                    <a:lnT w="75764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5905">
                <a:tc>
                  <a:txBody>
                    <a:bodyPr/>
                    <a:lstStyle/>
                    <a:p>
                      <a:pPr marL="763270" marR="716280" algn="ctr">
                        <a:lnSpc>
                          <a:spcPct val="106800"/>
                        </a:lnSpc>
                      </a:pPr>
                      <a:r>
                        <a:rPr sz="2400" dirty="0">
                          <a:solidFill>
                            <a:srgbClr val="292929"/>
                          </a:solidFill>
                          <a:latin typeface="Tahoma"/>
                          <a:cs typeface="Tahoma"/>
                        </a:rPr>
                        <a:t>Universal Casualty(Inter Insurance)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76004">
                      <a:solidFill>
                        <a:srgbClr val="000000"/>
                      </a:solidFill>
                      <a:prstDash val="solid"/>
                    </a:lnR>
                    <a:lnB w="7600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58424" y="28578"/>
            <a:ext cx="2893060" cy="2651760"/>
          </a:xfrm>
          <a:custGeom>
            <a:avLst/>
            <a:gdLst/>
            <a:ahLst/>
            <a:cxnLst/>
            <a:rect l="l" t="t" r="r" b="b"/>
            <a:pathLst>
              <a:path w="2893059" h="2651760">
                <a:moveTo>
                  <a:pt x="1447563" y="2651407"/>
                </a:moveTo>
                <a:lnTo>
                  <a:pt x="1328840" y="2647013"/>
                </a:lnTo>
                <a:lnTo>
                  <a:pt x="1212761" y="2634056"/>
                </a:lnTo>
                <a:lnTo>
                  <a:pt x="1099697" y="2612879"/>
                </a:lnTo>
                <a:lnTo>
                  <a:pt x="990021" y="2583822"/>
                </a:lnTo>
                <a:lnTo>
                  <a:pt x="884106" y="2547227"/>
                </a:lnTo>
                <a:lnTo>
                  <a:pt x="782324" y="2503435"/>
                </a:lnTo>
                <a:lnTo>
                  <a:pt x="685048" y="2452786"/>
                </a:lnTo>
                <a:lnTo>
                  <a:pt x="592651" y="2395623"/>
                </a:lnTo>
                <a:lnTo>
                  <a:pt x="505504" y="2332287"/>
                </a:lnTo>
                <a:lnTo>
                  <a:pt x="423981" y="2263117"/>
                </a:lnTo>
                <a:lnTo>
                  <a:pt x="348454" y="2188457"/>
                </a:lnTo>
                <a:lnTo>
                  <a:pt x="279295" y="2108647"/>
                </a:lnTo>
                <a:lnTo>
                  <a:pt x="216878" y="2024027"/>
                </a:lnTo>
                <a:lnTo>
                  <a:pt x="161574" y="1934940"/>
                </a:lnTo>
                <a:lnTo>
                  <a:pt x="113756" y="1841727"/>
                </a:lnTo>
                <a:lnTo>
                  <a:pt x="73797" y="1744728"/>
                </a:lnTo>
                <a:lnTo>
                  <a:pt x="42070" y="1644285"/>
                </a:lnTo>
                <a:lnTo>
                  <a:pt x="18946" y="1540739"/>
                </a:lnTo>
                <a:lnTo>
                  <a:pt x="4798" y="1434432"/>
                </a:lnTo>
                <a:lnTo>
                  <a:pt x="0" y="1325703"/>
                </a:lnTo>
                <a:lnTo>
                  <a:pt x="4798" y="1216975"/>
                </a:lnTo>
                <a:lnTo>
                  <a:pt x="18946" y="1110667"/>
                </a:lnTo>
                <a:lnTo>
                  <a:pt x="42070" y="1007121"/>
                </a:lnTo>
                <a:lnTo>
                  <a:pt x="73797" y="906678"/>
                </a:lnTo>
                <a:lnTo>
                  <a:pt x="113756" y="809679"/>
                </a:lnTo>
                <a:lnTo>
                  <a:pt x="161574" y="716466"/>
                </a:lnTo>
                <a:lnTo>
                  <a:pt x="216878" y="627379"/>
                </a:lnTo>
                <a:lnTo>
                  <a:pt x="279295" y="542760"/>
                </a:lnTo>
                <a:lnTo>
                  <a:pt x="348454" y="462949"/>
                </a:lnTo>
                <a:lnTo>
                  <a:pt x="423981" y="388289"/>
                </a:lnTo>
                <a:lnTo>
                  <a:pt x="505504" y="319120"/>
                </a:lnTo>
                <a:lnTo>
                  <a:pt x="592651" y="255783"/>
                </a:lnTo>
                <a:lnTo>
                  <a:pt x="685048" y="198620"/>
                </a:lnTo>
                <a:lnTo>
                  <a:pt x="782324" y="147972"/>
                </a:lnTo>
                <a:lnTo>
                  <a:pt x="884106" y="104180"/>
                </a:lnTo>
                <a:lnTo>
                  <a:pt x="990021" y="67584"/>
                </a:lnTo>
                <a:lnTo>
                  <a:pt x="1099697" y="38528"/>
                </a:lnTo>
                <a:lnTo>
                  <a:pt x="1212761" y="17350"/>
                </a:lnTo>
                <a:lnTo>
                  <a:pt x="1328840" y="4394"/>
                </a:lnTo>
                <a:lnTo>
                  <a:pt x="1447553" y="0"/>
                </a:lnTo>
                <a:lnTo>
                  <a:pt x="1566286" y="4394"/>
                </a:lnTo>
                <a:lnTo>
                  <a:pt x="1682365" y="17350"/>
                </a:lnTo>
                <a:lnTo>
                  <a:pt x="1795429" y="38528"/>
                </a:lnTo>
                <a:lnTo>
                  <a:pt x="1905105" y="67584"/>
                </a:lnTo>
                <a:lnTo>
                  <a:pt x="2011020" y="104180"/>
                </a:lnTo>
                <a:lnTo>
                  <a:pt x="2112802" y="147972"/>
                </a:lnTo>
                <a:lnTo>
                  <a:pt x="2210078" y="198620"/>
                </a:lnTo>
                <a:lnTo>
                  <a:pt x="2302475" y="255783"/>
                </a:lnTo>
                <a:lnTo>
                  <a:pt x="2389622" y="319120"/>
                </a:lnTo>
                <a:lnTo>
                  <a:pt x="2471145" y="388289"/>
                </a:lnTo>
                <a:lnTo>
                  <a:pt x="2546672" y="462949"/>
                </a:lnTo>
                <a:lnTo>
                  <a:pt x="2615830" y="542760"/>
                </a:lnTo>
                <a:lnTo>
                  <a:pt x="2678248" y="627379"/>
                </a:lnTo>
                <a:lnTo>
                  <a:pt x="2733552" y="716466"/>
                </a:lnTo>
                <a:lnTo>
                  <a:pt x="2781369" y="809679"/>
                </a:lnTo>
                <a:lnTo>
                  <a:pt x="2821328" y="906678"/>
                </a:lnTo>
                <a:lnTo>
                  <a:pt x="2853056" y="1007121"/>
                </a:lnTo>
                <a:lnTo>
                  <a:pt x="2876180" y="1110667"/>
                </a:lnTo>
                <a:lnTo>
                  <a:pt x="2890328" y="1216975"/>
                </a:lnTo>
                <a:lnTo>
                  <a:pt x="2893072" y="1279155"/>
                </a:lnTo>
                <a:lnTo>
                  <a:pt x="2893072" y="1372251"/>
                </a:lnTo>
                <a:lnTo>
                  <a:pt x="2890328" y="1434432"/>
                </a:lnTo>
                <a:lnTo>
                  <a:pt x="2876180" y="1540739"/>
                </a:lnTo>
                <a:lnTo>
                  <a:pt x="2853056" y="1644285"/>
                </a:lnTo>
                <a:lnTo>
                  <a:pt x="2821328" y="1744728"/>
                </a:lnTo>
                <a:lnTo>
                  <a:pt x="2781369" y="1841727"/>
                </a:lnTo>
                <a:lnTo>
                  <a:pt x="2733552" y="1934940"/>
                </a:lnTo>
                <a:lnTo>
                  <a:pt x="2678248" y="2024027"/>
                </a:lnTo>
                <a:lnTo>
                  <a:pt x="2615830" y="2108647"/>
                </a:lnTo>
                <a:lnTo>
                  <a:pt x="2546672" y="2188457"/>
                </a:lnTo>
                <a:lnTo>
                  <a:pt x="2471145" y="2263117"/>
                </a:lnTo>
                <a:lnTo>
                  <a:pt x="2389622" y="2332287"/>
                </a:lnTo>
                <a:lnTo>
                  <a:pt x="2302475" y="2395623"/>
                </a:lnTo>
                <a:lnTo>
                  <a:pt x="2210078" y="2452786"/>
                </a:lnTo>
                <a:lnTo>
                  <a:pt x="2112802" y="2503435"/>
                </a:lnTo>
                <a:lnTo>
                  <a:pt x="2011020" y="2547227"/>
                </a:lnTo>
                <a:lnTo>
                  <a:pt x="1905105" y="2583822"/>
                </a:lnTo>
                <a:lnTo>
                  <a:pt x="1795429" y="2612879"/>
                </a:lnTo>
                <a:lnTo>
                  <a:pt x="1682365" y="2634056"/>
                </a:lnTo>
                <a:lnTo>
                  <a:pt x="1566286" y="2647013"/>
                </a:lnTo>
                <a:lnTo>
                  <a:pt x="1447563" y="2651407"/>
                </a:lnTo>
                <a:close/>
              </a:path>
            </a:pathLst>
          </a:custGeom>
          <a:solidFill>
            <a:srgbClr val="E91B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35653" y="1160037"/>
            <a:ext cx="2140585" cy="444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935"/>
              </a:lnSpc>
            </a:pPr>
            <a:r>
              <a:rPr sz="3300" b="1" spc="4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300" b="1" spc="9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3300" b="1" spc="-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300" b="1" spc="1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300" b="1" spc="4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300" b="1" spc="9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3300" b="1" spc="-2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8007" y="2864100"/>
            <a:ext cx="13006705" cy="654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0">
              <a:lnSpc>
                <a:spcPct val="100000"/>
              </a:lnSpc>
            </a:pPr>
            <a:r>
              <a:rPr sz="3700" spc="505" dirty="0">
                <a:latin typeface="Tahoma"/>
                <a:cs typeface="Tahoma"/>
              </a:rPr>
              <a:t>A</a:t>
            </a:r>
            <a:r>
              <a:rPr sz="3700" spc="225" dirty="0">
                <a:latin typeface="Tahoma"/>
                <a:cs typeface="Tahoma"/>
              </a:rPr>
              <a:t>S</a:t>
            </a:r>
            <a:r>
              <a:rPr sz="3700" spc="445" dirty="0">
                <a:latin typeface="Tahoma"/>
                <a:cs typeface="Tahoma"/>
              </a:rPr>
              <a:t>P</a:t>
            </a:r>
            <a:r>
              <a:rPr sz="3700" spc="330" dirty="0">
                <a:latin typeface="Tahoma"/>
                <a:cs typeface="Tahoma"/>
              </a:rPr>
              <a:t>EC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360" dirty="0">
                <a:latin typeface="Tahoma"/>
                <a:cs typeface="Tahoma"/>
              </a:rPr>
              <a:t>O</a:t>
            </a:r>
            <a:r>
              <a:rPr sz="3700" spc="225" dirty="0">
                <a:latin typeface="Tahoma"/>
                <a:cs typeface="Tahoma"/>
              </a:rPr>
              <a:t>S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509" dirty="0">
                <a:latin typeface="Tahoma"/>
                <a:cs typeface="Tahoma"/>
              </a:rPr>
              <a:t>A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34" dirty="0">
                <a:latin typeface="Tahoma"/>
                <a:cs typeface="Tahoma"/>
              </a:rPr>
              <a:t>N</a:t>
            </a:r>
            <a:r>
              <a:rPr sz="3700" spc="345" dirty="0">
                <a:latin typeface="Tahoma"/>
                <a:cs typeface="Tahoma"/>
              </a:rPr>
              <a:t>ER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40" dirty="0">
                <a:latin typeface="Tahoma"/>
                <a:cs typeface="Tahoma"/>
              </a:rPr>
              <a:t>N</a:t>
            </a:r>
            <a:r>
              <a:rPr sz="3700" spc="-204" dirty="0">
                <a:latin typeface="Tahoma"/>
                <a:cs typeface="Tahoma"/>
              </a:rPr>
              <a:t> </a:t>
            </a:r>
            <a:r>
              <a:rPr sz="3700" spc="330" dirty="0">
                <a:latin typeface="Tahoma"/>
                <a:cs typeface="Tahoma"/>
              </a:rPr>
              <a:t>C</a:t>
            </a:r>
            <a:r>
              <a:rPr sz="3700" spc="380" dirty="0">
                <a:latin typeface="Tahoma"/>
                <a:cs typeface="Tahoma"/>
              </a:rPr>
              <a:t>U</a:t>
            </a:r>
            <a:r>
              <a:rPr sz="3700" spc="330" dirty="0">
                <a:latin typeface="Tahoma"/>
                <a:cs typeface="Tahoma"/>
              </a:rPr>
              <a:t>E</a:t>
            </a:r>
            <a:r>
              <a:rPr sz="3700" spc="434" dirty="0">
                <a:latin typeface="Tahoma"/>
                <a:cs typeface="Tahoma"/>
              </a:rPr>
              <a:t>N</a:t>
            </a:r>
            <a:r>
              <a:rPr sz="3700" spc="-25" dirty="0">
                <a:latin typeface="Tahoma"/>
                <a:cs typeface="Tahoma"/>
              </a:rPr>
              <a:t>T</a:t>
            </a:r>
            <a:r>
              <a:rPr sz="3700" spc="509" dirty="0">
                <a:latin typeface="Tahoma"/>
                <a:cs typeface="Tahoma"/>
              </a:rPr>
              <a:t>A</a:t>
            </a:r>
            <a:endParaRPr sz="3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4050" dirty="0">
              <a:latin typeface="Times New Roman"/>
              <a:cs typeface="Times New Roman"/>
            </a:endParaRPr>
          </a:p>
          <a:p>
            <a:pPr marL="12700" marR="5080">
              <a:lnSpc>
                <a:spcPct val="107800"/>
              </a:lnSpc>
            </a:pP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65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550" spc="315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550" spc="-20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30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1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-17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70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5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4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5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31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1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7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rr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5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-35" dirty="0">
                <a:solidFill>
                  <a:srgbClr val="292929"/>
                </a:solidFill>
                <a:latin typeface="Tahoma"/>
                <a:cs typeface="Tahoma"/>
              </a:rPr>
              <a:t>&amp;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7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80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320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70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14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id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20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31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14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31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1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10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5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204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170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6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8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endParaRPr sz="2550" dirty="0">
              <a:latin typeface="Tahoma"/>
              <a:cs typeface="Tahoma"/>
            </a:endParaRPr>
          </a:p>
          <a:p>
            <a:pPr marL="345440">
              <a:lnSpc>
                <a:spcPct val="100000"/>
              </a:lnSpc>
              <a:spcBef>
                <a:spcPts val="240"/>
              </a:spcBef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65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550" spc="315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550" spc="-20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30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endParaRPr sz="2550" dirty="0">
              <a:latin typeface="Tahoma"/>
              <a:cs typeface="Tahoma"/>
            </a:endParaRPr>
          </a:p>
          <a:p>
            <a:pPr marL="345440">
              <a:lnSpc>
                <a:spcPct val="100000"/>
              </a:lnSpc>
              <a:spcBef>
                <a:spcPts val="240"/>
              </a:spcBef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280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1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3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204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170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70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8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23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8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14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endParaRPr sz="2550" dirty="0">
              <a:latin typeface="Tahoma"/>
              <a:cs typeface="Tahoma"/>
            </a:endParaRPr>
          </a:p>
          <a:p>
            <a:pPr marL="345440">
              <a:lnSpc>
                <a:spcPct val="100000"/>
              </a:lnSpc>
              <a:spcBef>
                <a:spcPts val="240"/>
              </a:spcBef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24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235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35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550" spc="14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204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75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484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8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195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ea</a:t>
            </a:r>
            <a:r>
              <a:rPr sz="2550" spc="17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484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-110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23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8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endParaRPr sz="2550" dirty="0">
              <a:latin typeface="Tahoma"/>
              <a:cs typeface="Tahoma"/>
            </a:endParaRPr>
          </a:p>
          <a:p>
            <a:pPr marL="345440">
              <a:lnSpc>
                <a:spcPct val="100000"/>
              </a:lnSpc>
              <a:spcBef>
                <a:spcPts val="240"/>
              </a:spcBef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484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17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-175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8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292929"/>
                </a:solidFill>
                <a:latin typeface="Tahoma"/>
                <a:cs typeface="Tahoma"/>
              </a:rPr>
              <a:t>f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-110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550" dirty="0">
              <a:latin typeface="Tahoma"/>
              <a:cs typeface="Tahoma"/>
            </a:endParaRPr>
          </a:p>
          <a:p>
            <a:pPr marL="12700" marR="4909185" indent="333375">
              <a:lnSpc>
                <a:spcPct val="107800"/>
              </a:lnSpc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204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50" dirty="0">
                <a:solidFill>
                  <a:srgbClr val="292929"/>
                </a:solidFill>
                <a:latin typeface="Tahoma"/>
                <a:cs typeface="Tahoma"/>
              </a:rPr>
              <a:t>ss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55" dirty="0">
                <a:solidFill>
                  <a:srgbClr val="292929"/>
                </a:solidFill>
                <a:latin typeface="Tahoma"/>
                <a:cs typeface="Tahoma"/>
              </a:rPr>
              <a:t>v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-175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j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170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204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26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550" spc="70" dirty="0">
                <a:solidFill>
                  <a:srgbClr val="292929"/>
                </a:solidFill>
                <a:latin typeface="Tahoma"/>
                <a:cs typeface="Tahoma"/>
              </a:rPr>
              <a:t>y</a:t>
            </a:r>
            <a:r>
              <a:rPr sz="255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16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3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484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04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-110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r>
              <a:rPr sz="2550" spc="-9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204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170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65" dirty="0">
                <a:solidFill>
                  <a:srgbClr val="292929"/>
                </a:solidFill>
                <a:latin typeface="Tahoma"/>
                <a:cs typeface="Tahoma"/>
              </a:rPr>
              <a:t>h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80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endParaRPr sz="2550" dirty="0">
              <a:latin typeface="Tahoma"/>
              <a:cs typeface="Tahoma"/>
            </a:endParaRPr>
          </a:p>
          <a:p>
            <a:pPr marL="429259">
              <a:lnSpc>
                <a:spcPct val="100000"/>
              </a:lnSpc>
              <a:spcBef>
                <a:spcPts val="240"/>
              </a:spcBef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29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75" dirty="0">
                <a:solidFill>
                  <a:srgbClr val="292929"/>
                </a:solidFill>
                <a:latin typeface="Tahoma"/>
                <a:cs typeface="Tahoma"/>
              </a:rPr>
              <a:t>r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484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u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175" dirty="0">
                <a:solidFill>
                  <a:srgbClr val="292929"/>
                </a:solidFill>
                <a:latin typeface="Tahoma"/>
                <a:cs typeface="Tahoma"/>
              </a:rPr>
              <a:t>t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185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r>
              <a:rPr sz="2550" spc="254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endParaRPr sz="2550" dirty="0">
              <a:latin typeface="Tahoma"/>
              <a:cs typeface="Tahoma"/>
            </a:endParaRPr>
          </a:p>
          <a:p>
            <a:pPr marL="429259">
              <a:lnSpc>
                <a:spcPct val="100000"/>
              </a:lnSpc>
              <a:spcBef>
                <a:spcPts val="240"/>
              </a:spcBef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245" dirty="0">
                <a:solidFill>
                  <a:srgbClr val="292929"/>
                </a:solidFill>
                <a:latin typeface="Tahoma"/>
                <a:cs typeface="Tahoma"/>
              </a:rPr>
              <a:t>RO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550" spc="80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05" dirty="0">
                <a:solidFill>
                  <a:srgbClr val="292929"/>
                </a:solidFill>
                <a:latin typeface="Tahoma"/>
                <a:cs typeface="Tahoma"/>
              </a:rPr>
              <a:t>K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-175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2550" spc="25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l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145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20" dirty="0">
                <a:solidFill>
                  <a:srgbClr val="292929"/>
                </a:solidFill>
                <a:latin typeface="Tahoma"/>
                <a:cs typeface="Tahoma"/>
              </a:rPr>
              <a:t>C</a:t>
            </a:r>
            <a:r>
              <a:rPr sz="2550" spc="-110" dirty="0">
                <a:solidFill>
                  <a:srgbClr val="292929"/>
                </a:solidFill>
                <a:latin typeface="Tahoma"/>
                <a:cs typeface="Tahoma"/>
              </a:rPr>
              <a:t>)</a:t>
            </a:r>
            <a:endParaRPr sz="2550" dirty="0">
              <a:latin typeface="Tahoma"/>
              <a:cs typeface="Tahoma"/>
            </a:endParaRPr>
          </a:p>
          <a:p>
            <a:pPr marL="429259">
              <a:lnSpc>
                <a:spcPct val="100000"/>
              </a:lnSpc>
              <a:spcBef>
                <a:spcPts val="240"/>
              </a:spcBef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365" dirty="0">
                <a:solidFill>
                  <a:srgbClr val="292929"/>
                </a:solidFill>
                <a:latin typeface="Tahoma"/>
                <a:cs typeface="Tahoma"/>
              </a:rPr>
              <a:t>M</a:t>
            </a:r>
            <a:r>
              <a:rPr sz="2550" spc="315" dirty="0">
                <a:solidFill>
                  <a:srgbClr val="292929"/>
                </a:solidFill>
                <a:latin typeface="Tahoma"/>
                <a:cs typeface="Tahoma"/>
              </a:rPr>
              <a:t>W</a:t>
            </a:r>
            <a:r>
              <a:rPr sz="2550" spc="-200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300" dirty="0">
                <a:solidFill>
                  <a:srgbClr val="292929"/>
                </a:solidFill>
                <a:latin typeface="Tahoma"/>
                <a:cs typeface="Tahoma"/>
              </a:rPr>
              <a:t>N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endParaRPr sz="2550" dirty="0">
              <a:latin typeface="Tahoma"/>
              <a:cs typeface="Tahoma"/>
            </a:endParaRPr>
          </a:p>
          <a:p>
            <a:pPr marL="429259">
              <a:lnSpc>
                <a:spcPct val="100000"/>
              </a:lnSpc>
              <a:spcBef>
                <a:spcPts val="240"/>
              </a:spcBef>
            </a:pPr>
            <a:r>
              <a:rPr sz="2550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2550" spc="280" dirty="0">
                <a:solidFill>
                  <a:srgbClr val="292929"/>
                </a:solidFill>
                <a:latin typeface="Tahoma"/>
                <a:cs typeface="Tahoma"/>
              </a:rPr>
              <a:t>B</a:t>
            </a:r>
            <a:r>
              <a:rPr sz="2550" spc="33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2550" spc="150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155" dirty="0">
                <a:solidFill>
                  <a:srgbClr val="292929"/>
                </a:solidFill>
                <a:latin typeface="Tahoma"/>
                <a:cs typeface="Tahoma"/>
              </a:rPr>
              <a:t>S</a:t>
            </a:r>
            <a:r>
              <a:rPr sz="2550" spc="-1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550" spc="235" dirty="0">
                <a:solidFill>
                  <a:srgbClr val="292929"/>
                </a:solidFill>
                <a:latin typeface="Tahoma"/>
                <a:cs typeface="Tahoma"/>
              </a:rPr>
              <a:t>D</a:t>
            </a:r>
            <a:r>
              <a:rPr sz="2550" spc="12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2550" spc="140" dirty="0">
                <a:solidFill>
                  <a:srgbClr val="292929"/>
                </a:solidFill>
                <a:latin typeface="Tahoma"/>
                <a:cs typeface="Tahoma"/>
              </a:rPr>
              <a:t>e</a:t>
            </a:r>
            <a:r>
              <a:rPr sz="2550" spc="204" dirty="0">
                <a:solidFill>
                  <a:srgbClr val="292929"/>
                </a:solidFill>
                <a:latin typeface="Tahoma"/>
                <a:cs typeface="Tahoma"/>
              </a:rPr>
              <a:t>g</a:t>
            </a:r>
            <a:r>
              <a:rPr sz="2550" spc="190" dirty="0">
                <a:solidFill>
                  <a:srgbClr val="292929"/>
                </a:solidFill>
                <a:latin typeface="Tahoma"/>
                <a:cs typeface="Tahoma"/>
              </a:rPr>
              <a:t>o</a:t>
            </a:r>
            <a:endParaRPr sz="25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239</TotalTime>
  <Words>866</Words>
  <Application>Microsoft Office PowerPoint</Application>
  <PresentationFormat>Personalizado</PresentationFormat>
  <Paragraphs>262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Gill Sans MT</vt:lpstr>
      <vt:lpstr>Tahoma</vt:lpstr>
      <vt:lpstr>Times New Roman</vt:lpstr>
      <vt:lpstr>Gallery</vt:lpstr>
      <vt:lpstr>Presentación de PowerPoint</vt:lpstr>
      <vt:lpstr>Presentación de PowerPoint</vt:lpstr>
      <vt:lpstr>Presentación de PowerPoint</vt:lpstr>
      <vt:lpstr>BOXTRUCK</vt:lpstr>
      <vt:lpstr>Presentación de PowerPoint</vt:lpstr>
      <vt:lpstr>Presentación de PowerPoint</vt:lpstr>
      <vt:lpstr>Presentación de PowerPoint</vt:lpstr>
      <vt:lpstr>FRAC SAND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8</cp:revision>
  <dcterms:created xsi:type="dcterms:W3CDTF">2023-11-04T10:34:30Z</dcterms:created>
  <dcterms:modified xsi:type="dcterms:W3CDTF">2024-12-22T17:13:47Z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2023-07-26T00:00:00Z</vt:filetime>
  </property>
  <property fmtid="{D5CDD505-2E9C-101B-9397-08002B2CF9AE}" pid="3" name="LastSaved">
    <vt:filetime>2023-11-04T00:00:00Z</vt:filetime>
  </property>
</Properties>
</file>