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7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6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7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6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1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21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3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4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4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0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FE49EE4-6040-463F-97DF-260D747930E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A805CB1-F409-49AC-A279-FFB87070B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8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NTA GENERAL INSURANCE AGENCY </a:t>
            </a:r>
          </a:p>
          <a:p>
            <a:r>
              <a:rPr lang="es-MX" dirty="0" smtClean="0"/>
              <a:t>NATIONAL TRANSPORTATION ASSOCIATES, INC </a:t>
            </a:r>
            <a:endParaRPr lang="en-US" dirty="0"/>
          </a:p>
        </p:txBody>
      </p:sp>
      <p:sp>
        <p:nvSpPr>
          <p:cNvPr id="4" name="AutoShape 2" descr="QEO on the App 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QEO on the App Stor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Nationwide Commercial Truck Insurance | NTAGene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5516879"/>
            <a:ext cx="381000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786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2675953"/>
            <a:ext cx="7315200" cy="3255264"/>
          </a:xfrm>
        </p:spPr>
        <p:txBody>
          <a:bodyPr>
            <a:normAutofit fontScale="90000"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s-MX" sz="2000" dirty="0" smtClean="0"/>
              <a:t>TIPOS DE NEGOCIO</a:t>
            </a:r>
            <a:br>
              <a:rPr lang="es-MX" sz="2000" dirty="0" smtClean="0"/>
            </a:br>
            <a:r>
              <a:rPr lang="es-MX" sz="2000" dirty="0" smtClean="0"/>
              <a:t/>
            </a:r>
            <a:br>
              <a:rPr lang="es-MX" sz="2000" dirty="0" smtClean="0"/>
            </a:br>
            <a:r>
              <a:rPr lang="es-MX" sz="2000" dirty="0" smtClean="0"/>
              <a:t>SAND AND GRAVEL</a:t>
            </a:r>
            <a:br>
              <a:rPr lang="es-MX" sz="2000" dirty="0" smtClean="0"/>
            </a:br>
            <a:r>
              <a:rPr lang="es-MX" sz="2000" dirty="0" smtClean="0"/>
              <a:t>FLATBED únicamente maderas</a:t>
            </a:r>
            <a:br>
              <a:rPr lang="es-MX" sz="2000" dirty="0" smtClean="0"/>
            </a:br>
            <a:r>
              <a:rPr lang="es-MX" sz="2000" dirty="0" smtClean="0"/>
              <a:t/>
            </a:r>
            <a:br>
              <a:rPr lang="es-MX" sz="2000" dirty="0" smtClean="0"/>
            </a:br>
            <a:r>
              <a:rPr lang="es-MX" sz="2000" dirty="0" smtClean="0"/>
              <a:t>DRYVAN </a:t>
            </a:r>
            <a:br>
              <a:rPr lang="es-MX" sz="2000" dirty="0" smtClean="0"/>
            </a:br>
            <a:r>
              <a:rPr lang="es-MX" sz="2000" dirty="0" smtClean="0"/>
              <a:t>REEFER </a:t>
            </a:r>
            <a:br>
              <a:rPr lang="es-MX" sz="2000" dirty="0" smtClean="0"/>
            </a:br>
            <a:r>
              <a:rPr lang="es-MX" sz="2000" dirty="0" smtClean="0"/>
              <a:t>no hace Steel </a:t>
            </a:r>
            <a:r>
              <a:rPr lang="es-MX" sz="2000" dirty="0" err="1" smtClean="0"/>
              <a:t>coils</a:t>
            </a:r>
            <a:r>
              <a:rPr lang="es-MX" sz="2000" dirty="0" smtClean="0"/>
              <a:t>,      no hace </a:t>
            </a:r>
            <a:r>
              <a:rPr lang="es-MX" sz="2000" dirty="0" err="1" smtClean="0"/>
              <a:t>cotton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/>
            </a:r>
            <a:br>
              <a:rPr lang="es-MX" dirty="0" smtClean="0"/>
            </a:br>
            <a:r>
              <a:rPr lang="es-MX" dirty="0"/>
              <a:t/>
            </a:r>
            <a:br>
              <a:rPr lang="es-MX" dirty="0"/>
            </a:br>
            <a:endParaRPr lang="en-US" dirty="0"/>
          </a:p>
        </p:txBody>
      </p:sp>
      <p:sp>
        <p:nvSpPr>
          <p:cNvPr id="3" name="AutoShape 2" descr="Nationwide Commercial Truck Insuranc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 descr="Nationwide Commercial Truck Insurance ..."/>
          <p:cNvSpPr>
            <a:spLocks noChangeAspect="1" noChangeArrowheads="1"/>
          </p:cNvSpPr>
          <p:nvPr/>
        </p:nvSpPr>
        <p:spPr bwMode="auto">
          <a:xfrm>
            <a:off x="8382000" y="577881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Nationwide Commercial Truck Insurance | NTAGene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5261292"/>
            <a:ext cx="381000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98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Carriers</a:t>
            </a:r>
            <a:r>
              <a:rPr lang="es-MX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Southlake</a:t>
            </a:r>
            <a:r>
              <a:rPr lang="es-MX" dirty="0" smtClean="0"/>
              <a:t> </a:t>
            </a:r>
            <a:r>
              <a:rPr lang="es-MX" dirty="0" err="1" smtClean="0"/>
              <a:t>specialty</a:t>
            </a:r>
            <a:r>
              <a:rPr lang="es-MX" dirty="0" smtClean="0"/>
              <a:t> </a:t>
            </a:r>
            <a:r>
              <a:rPr lang="es-MX" dirty="0" err="1" smtClean="0"/>
              <a:t>insurance</a:t>
            </a:r>
            <a:r>
              <a:rPr lang="es-MX" dirty="0" smtClean="0"/>
              <a:t> Company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utoShape 2" descr="QEO on the App 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QEO on the App Stor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Nationwide Commercial Truck Insurance | NTAGene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5516879"/>
            <a:ext cx="381000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378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de </a:t>
            </a:r>
            <a:r>
              <a:rPr lang="es-MX" dirty="0" err="1" smtClean="0"/>
              <a:t>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Intrastate</a:t>
            </a:r>
            <a:r>
              <a:rPr lang="es-MX" dirty="0" smtClean="0"/>
              <a:t> y </a:t>
            </a:r>
            <a:r>
              <a:rPr lang="es-MX" dirty="0" err="1" smtClean="0"/>
              <a:t>interstate</a:t>
            </a:r>
            <a:r>
              <a:rPr lang="es-MX" dirty="0" smtClean="0"/>
              <a:t> </a:t>
            </a:r>
          </a:p>
          <a:p>
            <a:endParaRPr lang="es-MX" dirty="0"/>
          </a:p>
          <a:p>
            <a:endParaRPr lang="es-MX" dirty="0" smtClean="0"/>
          </a:p>
          <a:p>
            <a:r>
              <a:rPr lang="es-MX" dirty="0" err="1" smtClean="0"/>
              <a:t>Tx</a:t>
            </a:r>
            <a:r>
              <a:rPr lang="es-MX" dirty="0" smtClean="0"/>
              <a:t>, CA, </a:t>
            </a:r>
            <a:endParaRPr lang="en-US" dirty="0"/>
          </a:p>
        </p:txBody>
      </p:sp>
      <p:pic>
        <p:nvPicPr>
          <p:cNvPr id="3074" name="Picture 2" descr="Nationwide Commercial Truck Insurance | NTAGene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335" y="5242559"/>
            <a:ext cx="381000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404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UNIDADES MAYORES DEL AÑO 2000</a:t>
            </a:r>
          </a:p>
          <a:p>
            <a:r>
              <a:rPr lang="es-ES" dirty="0"/>
              <a:t>Requerimos al menos 18 meses con CDL</a:t>
            </a:r>
            <a:r>
              <a:rPr lang="es-ES" dirty="0" smtClean="0"/>
              <a:t>.</a:t>
            </a:r>
          </a:p>
          <a:p>
            <a:r>
              <a:rPr lang="es-ES" dirty="0" smtClean="0"/>
              <a:t>Licencias de mx, aceptables</a:t>
            </a:r>
          </a:p>
          <a:p>
            <a:r>
              <a:rPr lang="es-ES" dirty="0" smtClean="0"/>
              <a:t>Unidades tiene que tener registración, a nombre del dueño/ chofer o a nombre de la compañía</a:t>
            </a:r>
          </a:p>
          <a:p>
            <a:pPr marL="0" indent="0">
              <a:buNone/>
            </a:pPr>
            <a:endParaRPr lang="es-ES" dirty="0" smtClean="0"/>
          </a:p>
          <a:p>
            <a:endParaRPr lang="en-US" dirty="0"/>
          </a:p>
        </p:txBody>
      </p:sp>
      <p:pic>
        <p:nvPicPr>
          <p:cNvPr id="4098" name="Picture 2" descr="Nationwide Commercial Truck Insurance | NTAGene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415" y="5242559"/>
            <a:ext cx="381000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19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 smtClean="0"/>
              <a:t>Liability</a:t>
            </a:r>
            <a:r>
              <a:rPr lang="es-MX" dirty="0" smtClean="0"/>
              <a:t>  siempre debe ir con otra cobertura no es </a:t>
            </a:r>
            <a:r>
              <a:rPr lang="es-MX" dirty="0" err="1" smtClean="0"/>
              <a:t>monoline</a:t>
            </a:r>
            <a:endParaRPr lang="es-MX" dirty="0" smtClean="0"/>
          </a:p>
          <a:p>
            <a:r>
              <a:rPr lang="es-MX" dirty="0" smtClean="0"/>
              <a:t>Motor </a:t>
            </a:r>
            <a:r>
              <a:rPr lang="es-MX" dirty="0" err="1" smtClean="0"/>
              <a:t>truck</a:t>
            </a:r>
            <a:r>
              <a:rPr lang="es-MX" dirty="0" smtClean="0"/>
              <a:t> cargo </a:t>
            </a:r>
          </a:p>
          <a:p>
            <a:r>
              <a:rPr lang="es-MX" dirty="0" err="1" smtClean="0"/>
              <a:t>Physical</a:t>
            </a:r>
            <a:r>
              <a:rPr lang="es-MX" dirty="0" smtClean="0"/>
              <a:t> </a:t>
            </a:r>
            <a:r>
              <a:rPr lang="es-MX" dirty="0" err="1" smtClean="0"/>
              <a:t>damage</a:t>
            </a:r>
            <a:r>
              <a:rPr lang="es-MX" dirty="0" smtClean="0"/>
              <a:t> </a:t>
            </a:r>
            <a:endParaRPr lang="en-US" dirty="0"/>
          </a:p>
        </p:txBody>
      </p:sp>
      <p:pic>
        <p:nvPicPr>
          <p:cNvPr id="5122" name="Picture 2" descr="Nationwide Commercial Truck Insurance | NTAGene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5242559"/>
            <a:ext cx="381000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9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additional</a:t>
            </a:r>
            <a:r>
              <a:rPr lang="es-MX" dirty="0"/>
              <a:t> &amp; </a:t>
            </a:r>
            <a:r>
              <a:rPr lang="es-MX" dirty="0" err="1"/>
              <a:t>wos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Cuesta  el </a:t>
            </a:r>
            <a:r>
              <a:rPr lang="es-MX" dirty="0" err="1" smtClean="0"/>
              <a:t>additional</a:t>
            </a:r>
            <a:r>
              <a:rPr lang="es-MX" dirty="0" smtClean="0"/>
              <a:t>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 smtClean="0"/>
          </a:p>
          <a:p>
            <a:r>
              <a:rPr lang="en-US" dirty="0"/>
              <a:t>I will not be able to offer you a quote for the above named insured, due to not being able to offer the insured waiver </a:t>
            </a:r>
            <a:r>
              <a:rPr lang="en-US" dirty="0" err="1"/>
              <a:t>ofsubrogation</a:t>
            </a:r>
            <a:r>
              <a:rPr lang="en-US" dirty="0" smtClean="0"/>
              <a:t>.</a:t>
            </a:r>
          </a:p>
          <a:p>
            <a:endParaRPr lang="es-MX" dirty="0"/>
          </a:p>
          <a:p>
            <a:pPr marL="0" indent="0">
              <a:buNone/>
            </a:pPr>
            <a:endParaRPr lang="es-MX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170" name="Picture 2" descr="Nationwide Commercial Truck Insurance | NTAGene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775" y="5242559"/>
            <a:ext cx="381000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62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Contactos </a:t>
            </a:r>
            <a:r>
              <a:rPr lang="es-MX" dirty="0" err="1"/>
              <a:t>via</a:t>
            </a:r>
            <a:r>
              <a:rPr lang="es-MX" dirty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Bajo JLP AGENCY únicamente </a:t>
            </a:r>
          </a:p>
          <a:p>
            <a:r>
              <a:rPr lang="es-MX" dirty="0" smtClean="0"/>
              <a:t>Financiera solamente con </a:t>
            </a:r>
            <a:r>
              <a:rPr lang="es-MX" dirty="0" err="1" smtClean="0"/>
              <a:t>firs</a:t>
            </a:r>
            <a:r>
              <a:rPr lang="es-MX" dirty="0" smtClean="0"/>
              <a:t> JLP </a:t>
            </a:r>
          </a:p>
          <a:p>
            <a:r>
              <a:rPr lang="es-MX" dirty="0" smtClean="0"/>
              <a:t>PAGOS se les pide a corina por medio de </a:t>
            </a:r>
            <a:r>
              <a:rPr lang="es-MX" dirty="0" err="1" smtClean="0"/>
              <a:t>jlp</a:t>
            </a:r>
            <a:endParaRPr lang="es-MX" dirty="0" smtClean="0"/>
          </a:p>
          <a:p>
            <a:pPr marL="0" indent="0">
              <a:buNone/>
            </a:pPr>
            <a:endParaRPr lang="es-MX" dirty="0" smtClean="0"/>
          </a:p>
        </p:txBody>
      </p:sp>
      <p:pic>
        <p:nvPicPr>
          <p:cNvPr id="6146" name="Picture 2" descr="Nationwide Commercial Truck Insurance | NTAGener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575" y="5242559"/>
            <a:ext cx="3810000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85597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49</TotalTime>
  <Words>139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Corbel</vt:lpstr>
      <vt:lpstr>Wingdings 2</vt:lpstr>
      <vt:lpstr>Frame</vt:lpstr>
      <vt:lpstr> </vt:lpstr>
      <vt:lpstr>TIPOS DE NEGOCIO  SAND AND GRAVEL FLATBED únicamente maderas  DRYVAN  REEFER  no hace Steel coils,      no hace cotton   </vt:lpstr>
      <vt:lpstr>Carriers </vt:lpstr>
      <vt:lpstr>Radio de operacion</vt:lpstr>
      <vt:lpstr>Drivers / unidades</vt:lpstr>
      <vt:lpstr>Coberturas</vt:lpstr>
      <vt:lpstr>additional &amp; wos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Paramount </dc:title>
  <dc:creator>pp</dc:creator>
  <cp:lastModifiedBy>pp</cp:lastModifiedBy>
  <cp:revision>8</cp:revision>
  <dcterms:created xsi:type="dcterms:W3CDTF">2025-05-27T17:49:18Z</dcterms:created>
  <dcterms:modified xsi:type="dcterms:W3CDTF">2025-10-08T22:48:57Z</dcterms:modified>
</cp:coreProperties>
</file>