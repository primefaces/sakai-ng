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" initials="p" lastIdx="1" clrIdx="0">
    <p:extLst>
      <p:ext uri="{19B8F6BF-5375-455C-9EA6-DF929625EA0E}">
        <p15:presenceInfo xmlns:p15="http://schemas.microsoft.com/office/powerpoint/2012/main" userId="p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6-02T15:20:08.570" idx="1">
    <p:pos x="10" y="10"/>
    <p:text/>
    <p:extLst>
      <p:ext uri="{C676402C-5697-4E1C-873F-D02D1690AC5C}">
        <p15:threadingInfo xmlns:p15="http://schemas.microsoft.com/office/powerpoint/2012/main" timeZoneBias="3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41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44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57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5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5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03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9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75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0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82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86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 BRAZOS SPECIALTY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31160" y="9402114"/>
            <a:ext cx="3200400" cy="146304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Brazos Specialty Risk - Crunchbase Company Profile &amp; Fund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151" y="5375736"/>
            <a:ext cx="1342944" cy="10369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403698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Carriers</a:t>
            </a:r>
            <a:r>
              <a:rPr lang="es-MX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ACCREDITED SURETY </a:t>
            </a:r>
          </a:p>
          <a:p>
            <a:r>
              <a:rPr lang="es-MX" dirty="0" smtClean="0"/>
              <a:t>CONCERT SPECIALTY</a:t>
            </a:r>
          </a:p>
          <a:p>
            <a:r>
              <a:rPr lang="es-MX" dirty="0" smtClean="0"/>
              <a:t>SUTTON SPECIALTY INSURANCE</a:t>
            </a:r>
          </a:p>
          <a:p>
            <a:endParaRPr lang="en-US" dirty="0"/>
          </a:p>
        </p:txBody>
      </p:sp>
      <p:pic>
        <p:nvPicPr>
          <p:cNvPr id="5" name="Picture 2" descr="Brazos Specialty Risk - Crunchbase Company Profile &amp; Fund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145" y="1813219"/>
            <a:ext cx="1390190" cy="1073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309360" y="5682476"/>
            <a:ext cx="2157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FLORIDA Y TEXAS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378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de </a:t>
            </a:r>
            <a:r>
              <a:rPr lang="es-MX" dirty="0" err="1" smtClean="0"/>
              <a:t>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ONLY INTER</a:t>
            </a:r>
          </a:p>
          <a:p>
            <a:r>
              <a:rPr lang="es-MX" dirty="0" err="1" smtClean="0"/>
              <a:t>Ifta</a:t>
            </a:r>
            <a:r>
              <a:rPr lang="es-MX" dirty="0" smtClean="0"/>
              <a:t> obligado  </a:t>
            </a:r>
            <a:endParaRPr lang="en-US" dirty="0"/>
          </a:p>
        </p:txBody>
      </p:sp>
      <p:pic>
        <p:nvPicPr>
          <p:cNvPr id="5" name="Picture 2" descr="Brazos Specialty Risk - Crunchbase Company Profile &amp; Fund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025" y="1887307"/>
            <a:ext cx="1390190" cy="1073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95784" y="5868095"/>
            <a:ext cx="9976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Availability varies by state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Programs available in all States EXCEPT: AK,CT,DC,DE,HI,KY,MA,ME,MI,NH,NJ,NY,RI,VT,WV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3840" y="4439920"/>
            <a:ext cx="4401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10% Maximum mileage in Northeastern</a:t>
            </a:r>
          </a:p>
          <a:p>
            <a:r>
              <a:rPr lang="en-US" dirty="0">
                <a:solidFill>
                  <a:srgbClr val="0070C0"/>
                </a:solidFill>
              </a:rPr>
              <a:t>states.</a:t>
            </a:r>
          </a:p>
        </p:txBody>
      </p:sp>
    </p:spTree>
    <p:extLst>
      <p:ext uri="{BB962C8B-B14F-4D97-AF65-F5344CB8AC3E}">
        <p14:creationId xmlns:p14="http://schemas.microsoft.com/office/powerpoint/2010/main" val="234340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Tractor Trucks </a:t>
            </a:r>
            <a:r>
              <a:rPr lang="en-US" dirty="0" smtClean="0"/>
              <a:t>Only</a:t>
            </a:r>
          </a:p>
          <a:p>
            <a:r>
              <a:rPr lang="en-US" dirty="0"/>
              <a:t>No Minimum or Maximum Number </a:t>
            </a:r>
            <a:r>
              <a:rPr lang="en-US" dirty="0" smtClean="0"/>
              <a:t>of Units.</a:t>
            </a:r>
          </a:p>
          <a:p>
            <a:r>
              <a:rPr lang="en-US" dirty="0"/>
              <a:t>Owned &amp; </a:t>
            </a:r>
            <a:r>
              <a:rPr lang="en-US" dirty="0" smtClean="0"/>
              <a:t>Owner-operators</a:t>
            </a:r>
          </a:p>
          <a:p>
            <a:r>
              <a:rPr lang="en-US" dirty="0"/>
              <a:t>New Ventures-Drivers must have </a:t>
            </a:r>
            <a:r>
              <a:rPr lang="en-US" dirty="0" smtClean="0"/>
              <a:t>at  least </a:t>
            </a:r>
            <a:r>
              <a:rPr lang="en-US" dirty="0"/>
              <a:t>36 months experience. (No </a:t>
            </a:r>
            <a:r>
              <a:rPr lang="en-US" dirty="0" smtClean="0"/>
              <a:t>new ventures </a:t>
            </a:r>
            <a:r>
              <a:rPr lang="en-US" dirty="0"/>
              <a:t>in CA</a:t>
            </a:r>
            <a:r>
              <a:rPr lang="en-US" dirty="0" smtClean="0"/>
              <a:t>)</a:t>
            </a:r>
          </a:p>
          <a:p>
            <a:r>
              <a:rPr lang="en-US" dirty="0"/>
              <a:t>Driver Information and Current </a:t>
            </a:r>
            <a:r>
              <a:rPr lang="en-US" dirty="0" smtClean="0"/>
              <a:t>MVR’s (if </a:t>
            </a:r>
            <a:r>
              <a:rPr lang="en-US" dirty="0"/>
              <a:t>no CDL issue date shown on </a:t>
            </a:r>
            <a:r>
              <a:rPr lang="en-US" dirty="0" smtClean="0"/>
              <a:t>MVR, send </a:t>
            </a:r>
            <a:r>
              <a:rPr lang="en-US" dirty="0"/>
              <a:t>expired CDL or old MVR to </a:t>
            </a:r>
            <a:r>
              <a:rPr lang="en-US" dirty="0" smtClean="0"/>
              <a:t>confirm experience.)</a:t>
            </a:r>
          </a:p>
          <a:p>
            <a:r>
              <a:rPr lang="en-US" dirty="0"/>
              <a:t>Minimum age is 23, max 75 (all drivers 65+ require Long Form Medical DOT</a:t>
            </a:r>
            <a:r>
              <a:rPr lang="en-US" dirty="0" smtClean="0"/>
              <a:t>)</a:t>
            </a:r>
          </a:p>
          <a:p>
            <a:r>
              <a:rPr lang="en-US" dirty="0"/>
              <a:t>Drivers with less than 12 months experienced will be EXCLUDED</a:t>
            </a:r>
            <a:r>
              <a:rPr lang="en-US" dirty="0" smtClean="0"/>
              <a:t>.</a:t>
            </a:r>
          </a:p>
          <a:p>
            <a:r>
              <a:rPr lang="en-US" dirty="0"/>
              <a:t>Drivers with 12-24 months experience and drivers age 65+ MUST have clear </a:t>
            </a:r>
            <a:r>
              <a:rPr lang="en-US" dirty="0" smtClean="0"/>
              <a:t>MVR’s</a:t>
            </a:r>
          </a:p>
          <a:p>
            <a:r>
              <a:rPr lang="en-US" dirty="0"/>
              <a:t>No International or B1 </a:t>
            </a:r>
            <a:r>
              <a:rPr lang="en-US" dirty="0" smtClean="0"/>
              <a:t>Drivers </a:t>
            </a:r>
          </a:p>
          <a:p>
            <a:endParaRPr lang="en-US" dirty="0"/>
          </a:p>
        </p:txBody>
      </p:sp>
      <p:pic>
        <p:nvPicPr>
          <p:cNvPr id="5" name="Picture 2" descr="Brazos Specialty Risk - Crunchbase Company Profile &amp; Fund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025" y="1917787"/>
            <a:ext cx="1390190" cy="1073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195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Liability</a:t>
            </a:r>
            <a:r>
              <a:rPr lang="es-MX" dirty="0" smtClean="0"/>
              <a:t> </a:t>
            </a:r>
          </a:p>
          <a:p>
            <a:endParaRPr lang="es-MX" dirty="0"/>
          </a:p>
          <a:p>
            <a:r>
              <a:rPr lang="es-ES" dirty="0"/>
              <a:t>BSR cuenta con un equipo dedicado a atender todas sus necesidades de APD y MTC, tanto para vehículos admitidos como no admitidos. Si bien nuestro programa de responsabilidad civil para camiones se centra únicamente en el transporte de larga distancia, la unidad de APD/MTC ofrece cobertura mucho más amplia. Ejemplos: conductores sin experiencia; licencias B1/Internacionales; riesgos locales/intermedios; camiones cisterna; OS/OW; carga pesada; arena y grava.</a:t>
            </a:r>
            <a:endParaRPr lang="en-US" dirty="0"/>
          </a:p>
        </p:txBody>
      </p:sp>
      <p:pic>
        <p:nvPicPr>
          <p:cNvPr id="5" name="Picture 2" descr="Brazos Specialty Risk - Crunchbase Company Profile &amp; Fund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280" y="1813219"/>
            <a:ext cx="1390190" cy="1073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99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additional</a:t>
            </a:r>
            <a:r>
              <a:rPr lang="es-MX" dirty="0"/>
              <a:t> &amp; </a:t>
            </a:r>
            <a:r>
              <a:rPr lang="es-MX" dirty="0" err="1"/>
              <a:t>wos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Additional </a:t>
            </a:r>
            <a:r>
              <a:rPr lang="en-US" dirty="0"/>
              <a:t>insured A/I is included with our polices.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WOS is $250.00 </a:t>
            </a:r>
          </a:p>
          <a:p>
            <a:endParaRPr lang="en-US" dirty="0"/>
          </a:p>
        </p:txBody>
      </p:sp>
      <p:pic>
        <p:nvPicPr>
          <p:cNvPr id="5" name="Picture 2" descr="Brazos Specialty Risk - Crunchbase Company Profile &amp; Fund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960" y="1813219"/>
            <a:ext cx="1390190" cy="1073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623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DRY VAN</a:t>
            </a:r>
          </a:p>
          <a:p>
            <a:r>
              <a:rPr lang="es-MX" dirty="0" smtClean="0"/>
              <a:t>FLAT BED </a:t>
            </a:r>
          </a:p>
          <a:p>
            <a:r>
              <a:rPr lang="es-MX" dirty="0" smtClean="0"/>
              <a:t>REFFER</a:t>
            </a:r>
          </a:p>
        </p:txBody>
      </p:sp>
      <p:pic>
        <p:nvPicPr>
          <p:cNvPr id="5" name="Picture 2" descr="Brazos Specialty Risk - Crunchbase Company Profile &amp; Fund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960" y="1813219"/>
            <a:ext cx="1390190" cy="1073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29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Contactos </a:t>
            </a:r>
            <a:r>
              <a:rPr lang="es-MX" dirty="0" err="1"/>
              <a:t>via</a:t>
            </a:r>
            <a:r>
              <a:rPr lang="es-MX" dirty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7807" y="803186"/>
            <a:ext cx="6281873" cy="5248622"/>
          </a:xfrm>
        </p:spPr>
        <p:txBody>
          <a:bodyPr/>
          <a:lstStyle/>
          <a:p>
            <a:r>
              <a:rPr lang="es-MX" dirty="0" smtClean="0"/>
              <a:t>BAJO GREENLAND  </a:t>
            </a:r>
            <a:r>
              <a:rPr lang="es-MX" dirty="0" smtClean="0"/>
              <a:t>Y AJM INSURANCE </a:t>
            </a:r>
            <a:endParaRPr lang="es-MX" dirty="0" smtClean="0"/>
          </a:p>
          <a:p>
            <a:r>
              <a:rPr lang="es-MX" dirty="0" smtClean="0"/>
              <a:t>BAJO EL CORREO DE JORGE / GREENLAND </a:t>
            </a:r>
          </a:p>
          <a:p>
            <a:r>
              <a:rPr lang="es-MX" dirty="0" smtClean="0"/>
              <a:t>FINANCIERA BAJO GREENLAND</a:t>
            </a:r>
          </a:p>
          <a:p>
            <a:r>
              <a:rPr lang="es-MX" dirty="0" smtClean="0"/>
              <a:t>PAGO A BRAZOS GREENLAND</a:t>
            </a:r>
            <a:endParaRPr lang="en-US" dirty="0"/>
          </a:p>
        </p:txBody>
      </p:sp>
      <p:pic>
        <p:nvPicPr>
          <p:cNvPr id="5" name="Picture 2" descr="Brazos Specialty Risk - Crunchbase Company Profile &amp; Fund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480" y="1813219"/>
            <a:ext cx="1390190" cy="10734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855978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58</TotalTime>
  <Words>275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 Light</vt:lpstr>
      <vt:lpstr>Rockwell</vt:lpstr>
      <vt:lpstr>Wingdings</vt:lpstr>
      <vt:lpstr>Atlas</vt:lpstr>
      <vt:lpstr> BRAZOS SPECIALTY </vt:lpstr>
      <vt:lpstr>Carriers </vt:lpstr>
      <vt:lpstr>Radio de operacion</vt:lpstr>
      <vt:lpstr>Drivers / unidades</vt:lpstr>
      <vt:lpstr>Coberturas</vt:lpstr>
      <vt:lpstr>additional &amp; wos</vt:lpstr>
      <vt:lpstr>TIPO DE NEGOCIO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Paramount </dc:title>
  <dc:creator>pp</dc:creator>
  <cp:lastModifiedBy>pp</cp:lastModifiedBy>
  <cp:revision>9</cp:revision>
  <dcterms:created xsi:type="dcterms:W3CDTF">2025-05-27T17:49:18Z</dcterms:created>
  <dcterms:modified xsi:type="dcterms:W3CDTF">2025-10-08T20:19:37Z</dcterms:modified>
</cp:coreProperties>
</file>