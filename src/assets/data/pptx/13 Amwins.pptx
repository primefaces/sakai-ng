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1" r:id="rId3"/>
    <p:sldId id="260" r:id="rId4"/>
    <p:sldId id="257" r:id="rId5"/>
    <p:sldId id="258" r:id="rId6"/>
    <p:sldId id="259" r:id="rId7"/>
    <p:sldId id="263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612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485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870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216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832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7277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927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322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9165E1E7-EB87-4974-9CEB-8A6945AF0CBB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677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5433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9182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7545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3372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9918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0759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1737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296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9165E1E7-EB87-4974-9CEB-8A6945AF0CBB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49070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 smtClean="0"/>
              <a:t>AMWINS	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dirty="0" smtClean="0"/>
              <a:t>CAT                 </a:t>
            </a:r>
            <a:r>
              <a:rPr lang="es-MX" dirty="0" smtClean="0"/>
              <a:t>A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3898" y="5943580"/>
            <a:ext cx="3962604" cy="762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764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CARRIER</a:t>
            </a:r>
            <a:br>
              <a:rPr lang="es-MX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smtClean="0"/>
              <a:t>GREAT AMERIC</a:t>
            </a:r>
            <a:r>
              <a:rPr lang="en-US" dirty="0" smtClean="0"/>
              <a:t>A</a:t>
            </a:r>
          </a:p>
          <a:p>
            <a:r>
              <a:rPr lang="es-MX" dirty="0" smtClean="0"/>
              <a:t>CANAL  </a:t>
            </a:r>
            <a:r>
              <a:rPr lang="es-MX" dirty="0" smtClean="0"/>
              <a:t>(NO </a:t>
            </a:r>
            <a:r>
              <a:rPr lang="es-MX" dirty="0" smtClean="0"/>
              <a:t>ACEPTA NEGOCIOS EN LA CIUDAD DE </a:t>
            </a:r>
            <a:r>
              <a:rPr lang="es-MX" dirty="0" smtClean="0"/>
              <a:t>HOUSTON)</a:t>
            </a:r>
            <a:endParaRPr lang="es-MX" dirty="0" smtClean="0"/>
          </a:p>
          <a:p>
            <a:r>
              <a:rPr lang="es-MX" dirty="0" smtClean="0"/>
              <a:t>NICO </a:t>
            </a:r>
          </a:p>
          <a:p>
            <a:r>
              <a:rPr lang="es-MX" dirty="0" smtClean="0"/>
              <a:t>WILSHIRE </a:t>
            </a:r>
          </a:p>
          <a:p>
            <a:r>
              <a:rPr lang="es-MX" dirty="0" smtClean="0"/>
              <a:t>CANOPIUS</a:t>
            </a:r>
          </a:p>
          <a:p>
            <a:pPr marL="0" indent="0">
              <a:buNone/>
            </a:pPr>
            <a:endParaRPr lang="es-MX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2458" y="5791200"/>
            <a:ext cx="3962604" cy="762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7987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COBERTURAS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smtClean="0"/>
              <a:t>AL DEPENDE EL CARRIER POR QUE NO ES MONOLINE</a:t>
            </a:r>
          </a:p>
          <a:p>
            <a:r>
              <a:rPr lang="es-MX" dirty="0" smtClean="0"/>
              <a:t>MTC </a:t>
            </a:r>
          </a:p>
          <a:p>
            <a:r>
              <a:rPr lang="es-MX" dirty="0" smtClean="0"/>
              <a:t>PD </a:t>
            </a:r>
          </a:p>
          <a:p>
            <a:r>
              <a:rPr lang="es-MX" dirty="0" smtClean="0"/>
              <a:t>GL </a:t>
            </a:r>
          </a:p>
          <a:p>
            <a:r>
              <a:rPr lang="es-MX" dirty="0" smtClean="0"/>
              <a:t>UMBRELLA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2458" y="5791200"/>
            <a:ext cx="3962604" cy="762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2827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TIPO DE NEGOCIO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smtClean="0"/>
              <a:t>DRY VAN </a:t>
            </a:r>
          </a:p>
          <a:p>
            <a:r>
              <a:rPr lang="es-MX" dirty="0" smtClean="0"/>
              <a:t>FLAT BED</a:t>
            </a:r>
          </a:p>
          <a:p>
            <a:r>
              <a:rPr lang="es-MX" dirty="0" smtClean="0"/>
              <a:t>SAND &amp; GRAVEL +2 AÑOS   </a:t>
            </a:r>
          </a:p>
          <a:p>
            <a:r>
              <a:rPr lang="es-MX" dirty="0" smtClean="0"/>
              <a:t>REEFER</a:t>
            </a:r>
          </a:p>
          <a:p>
            <a:r>
              <a:rPr lang="es-MX" dirty="0" smtClean="0"/>
              <a:t>FRAC SAND</a:t>
            </a:r>
          </a:p>
          <a:p>
            <a:r>
              <a:rPr lang="es-MX" dirty="0" smtClean="0"/>
              <a:t>AUTOS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2458" y="5791200"/>
            <a:ext cx="3962604" cy="762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8320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RADIO OPERACION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smtClean="0"/>
              <a:t>INTER e INTRA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2458" y="5791200"/>
            <a:ext cx="3962604" cy="762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779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Drivers / unidades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smtClean="0"/>
              <a:t>25-65 AÑOS + 2 AÑOS EXPERIENCIA </a:t>
            </a:r>
          </a:p>
          <a:p>
            <a:endParaRPr lang="es-MX" dirty="0"/>
          </a:p>
          <a:p>
            <a:r>
              <a:rPr lang="es-MX" dirty="0" smtClean="0"/>
              <a:t>PARA PICKUP SON MINIMO 2 AÑOS EN EL NEGOCIO </a:t>
            </a:r>
          </a:p>
          <a:p>
            <a:pPr marL="0" indent="0">
              <a:buNone/>
            </a:pPr>
            <a:r>
              <a:rPr lang="es-MX" dirty="0" smtClean="0"/>
              <a:t>NO ACEPTAN LIC FEDERALES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2458" y="5791200"/>
            <a:ext cx="3962604" cy="762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5230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NOTAS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smtClean="0"/>
              <a:t>NO COTIZAR AL MISMO TIEMPO CON BRECHT Y JM WILSON </a:t>
            </a:r>
          </a:p>
          <a:p>
            <a:pPr marL="0" indent="0">
              <a:buNone/>
            </a:pPr>
            <a:r>
              <a:rPr lang="es-MX" dirty="0" smtClean="0"/>
              <a:t>POR QUE COMPARTEN CARRIERS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94719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Contactos </a:t>
            </a:r>
            <a:r>
              <a:rPr lang="es-MX" dirty="0" err="1" smtClean="0"/>
              <a:t>via</a:t>
            </a:r>
            <a:r>
              <a:rPr lang="es-MX" dirty="0" smtClean="0"/>
              <a:t> email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2458" y="5791200"/>
            <a:ext cx="3962604" cy="762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50050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Mesh</Template>
  <TotalTime>10</TotalTime>
  <Words>97</Words>
  <Application>Microsoft Office PowerPoint</Application>
  <PresentationFormat>Widescreen</PresentationFormat>
  <Paragraphs>32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Century Gothic</vt:lpstr>
      <vt:lpstr>Mesh</vt:lpstr>
      <vt:lpstr>AMWINS </vt:lpstr>
      <vt:lpstr>CARRIER </vt:lpstr>
      <vt:lpstr>COBERTURAS</vt:lpstr>
      <vt:lpstr>TIPO DE NEGOCIO</vt:lpstr>
      <vt:lpstr>RADIO OPERACION</vt:lpstr>
      <vt:lpstr>Drivers / unidades</vt:lpstr>
      <vt:lpstr>NOTAS</vt:lpstr>
      <vt:lpstr>Contactos via email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pp</dc:creator>
  <cp:lastModifiedBy>pp</cp:lastModifiedBy>
  <cp:revision>3</cp:revision>
  <dcterms:created xsi:type="dcterms:W3CDTF">2025-10-10T19:04:32Z</dcterms:created>
  <dcterms:modified xsi:type="dcterms:W3CDTF">2025-10-13T20:27:16Z</dcterms:modified>
</cp:coreProperties>
</file>