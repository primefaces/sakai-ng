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0" r:id="rId4"/>
    <p:sldId id="257" r:id="rId5"/>
    <p:sldId id="258" r:id="rId6"/>
    <p:sldId id="259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7298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26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066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4494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1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4770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256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5806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707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781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444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432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BHHC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534" y="319998"/>
            <a:ext cx="2540131" cy="162568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8757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CARRIER</a:t>
            </a:r>
            <a:br>
              <a:rPr lang="es-MX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BHHC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534" y="319998"/>
            <a:ext cx="2540131" cy="162568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694798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COBERTURAS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LIABILIT</a:t>
            </a:r>
            <a:r>
              <a:rPr lang="en-US" dirty="0" smtClean="0"/>
              <a:t>Y</a:t>
            </a:r>
          </a:p>
          <a:p>
            <a:r>
              <a:rPr lang="es-MX" dirty="0" smtClean="0"/>
              <a:t>CARGO </a:t>
            </a:r>
          </a:p>
          <a:p>
            <a:r>
              <a:rPr lang="es-MX" dirty="0" smtClean="0"/>
              <a:t>GL </a:t>
            </a:r>
          </a:p>
          <a:p>
            <a:r>
              <a:rPr lang="es-MX" dirty="0" smtClean="0"/>
              <a:t>PD </a:t>
            </a:r>
          </a:p>
          <a:p>
            <a:endParaRPr lang="es-MX" dirty="0"/>
          </a:p>
          <a:p>
            <a:r>
              <a:rPr lang="es-MX" dirty="0" smtClean="0"/>
              <a:t>WORKERS COMP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534" y="319998"/>
            <a:ext cx="2540131" cy="162568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006282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TIPO DE NEGOCIO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REEFER </a:t>
            </a:r>
          </a:p>
          <a:p>
            <a:r>
              <a:rPr lang="es-MX" dirty="0"/>
              <a:t>DRYVAN</a:t>
            </a:r>
          </a:p>
          <a:p>
            <a:r>
              <a:rPr lang="es-MX" dirty="0"/>
              <a:t>GARBAGE</a:t>
            </a:r>
          </a:p>
          <a:p>
            <a:r>
              <a:rPr lang="es-MX" dirty="0"/>
              <a:t>SAND &amp; GRAVEL </a:t>
            </a:r>
          </a:p>
          <a:p>
            <a:r>
              <a:rPr lang="es-MX" dirty="0"/>
              <a:t>FLATBED</a:t>
            </a:r>
          </a:p>
          <a:p>
            <a:r>
              <a:rPr lang="es-MX" dirty="0"/>
              <a:t>AUTO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534" y="319998"/>
            <a:ext cx="2540131" cy="162568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708832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RADIO OPERACION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INTRA &amp; INTER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534" y="319998"/>
            <a:ext cx="2540131" cy="162568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71779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Drivers / unidades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DRIVER TIENE QUE ESTAR EN EL MISMO ESTADO QUE LA COMPAÑÍA Y TAMBIEN EL DUEÑO </a:t>
            </a:r>
          </a:p>
          <a:p>
            <a:endParaRPr lang="es-MX" dirty="0"/>
          </a:p>
          <a:p>
            <a:r>
              <a:rPr lang="es-MX" dirty="0" smtClean="0"/>
              <a:t>EDAD NO REQUERIDA</a:t>
            </a:r>
          </a:p>
          <a:p>
            <a:endParaRPr lang="es-MX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534" y="319998"/>
            <a:ext cx="2540131" cy="162568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410523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MX" dirty="0" smtClean="0"/>
              <a:t>PLATAFORMA SE COTIZA EN LINEA </a:t>
            </a:r>
          </a:p>
          <a:p>
            <a:endParaRPr lang="es-MX" dirty="0"/>
          </a:p>
          <a:p>
            <a:r>
              <a:rPr lang="es-MX" dirty="0" smtClean="0"/>
              <a:t>OJO </a:t>
            </a:r>
          </a:p>
          <a:p>
            <a:pPr marL="0" indent="0">
              <a:buNone/>
            </a:pPr>
            <a:r>
              <a:rPr lang="es-MX" dirty="0" smtClean="0"/>
              <a:t>Que ellos hacen la investigación en el </a:t>
            </a:r>
            <a:r>
              <a:rPr lang="es-MX" dirty="0" err="1" smtClean="0"/>
              <a:t>cab</a:t>
            </a:r>
            <a:r>
              <a:rPr lang="es-MX" dirty="0" smtClean="0"/>
              <a:t> </a:t>
            </a:r>
          </a:p>
          <a:p>
            <a:pPr marL="0" indent="0">
              <a:buNone/>
            </a:pPr>
            <a:r>
              <a:rPr lang="es-MX" dirty="0" smtClean="0"/>
              <a:t>Revisan </a:t>
            </a:r>
            <a:r>
              <a:rPr lang="es-MX" dirty="0" err="1" smtClean="0"/>
              <a:t>inspectiones</a:t>
            </a:r>
            <a:r>
              <a:rPr lang="es-MX" dirty="0" smtClean="0"/>
              <a:t> aun después de comprar la </a:t>
            </a:r>
            <a:r>
              <a:rPr lang="es-MX" dirty="0" err="1" smtClean="0"/>
              <a:t>poliza</a:t>
            </a:r>
            <a:endParaRPr lang="es-MX" dirty="0" smtClean="0"/>
          </a:p>
          <a:p>
            <a:pPr marL="0" indent="0">
              <a:buNone/>
            </a:pPr>
            <a:r>
              <a:rPr lang="es-MX" dirty="0" smtClean="0"/>
              <a:t>Y pueden incrementar el pago 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 smtClean="0"/>
              <a:t>Usan su propia financiera</a:t>
            </a:r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534" y="319998"/>
            <a:ext cx="2540131" cy="162568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06215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Contactos </a:t>
            </a:r>
            <a:r>
              <a:rPr lang="es-MX" dirty="0" err="1" smtClean="0"/>
              <a:t>via</a:t>
            </a:r>
            <a:r>
              <a:rPr lang="es-MX" dirty="0" smtClean="0"/>
              <a:t> email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534" y="319998"/>
            <a:ext cx="2540131" cy="162568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88550050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6</TotalTime>
  <Words>82</Words>
  <Application>Microsoft Office PowerPoint</Application>
  <PresentationFormat>Widescreen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Gill Sans MT</vt:lpstr>
      <vt:lpstr>Gallery</vt:lpstr>
      <vt:lpstr>BHHC</vt:lpstr>
      <vt:lpstr>CARRIER </vt:lpstr>
      <vt:lpstr>COBERTURAS</vt:lpstr>
      <vt:lpstr>TIPO DE NEGOCIO</vt:lpstr>
      <vt:lpstr>RADIO OPERACION</vt:lpstr>
      <vt:lpstr>Drivers / unidades</vt:lpstr>
      <vt:lpstr>PowerPoint Presentation</vt:lpstr>
      <vt:lpstr>Contactos via email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pp</dc:creator>
  <cp:lastModifiedBy>pp</cp:lastModifiedBy>
  <cp:revision>2</cp:revision>
  <dcterms:created xsi:type="dcterms:W3CDTF">2025-10-10T19:04:32Z</dcterms:created>
  <dcterms:modified xsi:type="dcterms:W3CDTF">2025-10-13T19:58:53Z</dcterms:modified>
</cp:coreProperties>
</file>