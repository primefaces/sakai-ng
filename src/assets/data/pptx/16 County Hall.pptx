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1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8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3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0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5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9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9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9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23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73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2523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8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7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14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12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8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80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COUNTY HALL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512" y="4968241"/>
            <a:ext cx="2483613" cy="16643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COUNTY HALL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512" y="4968241"/>
            <a:ext cx="2483613" cy="16643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</a:t>
            </a:r>
          </a:p>
          <a:p>
            <a:endParaRPr lang="es-MX" dirty="0"/>
          </a:p>
          <a:p>
            <a:r>
              <a:rPr lang="es-MX" dirty="0" smtClean="0"/>
              <a:t>MTC </a:t>
            </a:r>
          </a:p>
          <a:p>
            <a:endParaRPr lang="es-MX" dirty="0"/>
          </a:p>
          <a:p>
            <a:r>
              <a:rPr lang="es-MX" dirty="0" smtClean="0"/>
              <a:t>PD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512" y="4968241"/>
            <a:ext cx="2483613" cy="16643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General Freight</a:t>
            </a:r>
          </a:p>
          <a:p>
            <a:r>
              <a:rPr lang="en-US" dirty="0"/>
              <a:t>• Dry Vans</a:t>
            </a:r>
          </a:p>
          <a:p>
            <a:r>
              <a:rPr lang="en-US" dirty="0"/>
              <a:t>• Reefers</a:t>
            </a:r>
          </a:p>
          <a:p>
            <a:r>
              <a:rPr lang="en-US" dirty="0"/>
              <a:t>• Agricultural Products</a:t>
            </a:r>
          </a:p>
          <a:p>
            <a:r>
              <a:rPr lang="en-US" dirty="0"/>
              <a:t>• Building Materials</a:t>
            </a:r>
          </a:p>
          <a:p>
            <a:r>
              <a:rPr lang="en-US" dirty="0"/>
              <a:t>• Bulk Commodities</a:t>
            </a:r>
          </a:p>
          <a:p>
            <a:r>
              <a:rPr lang="en-US" dirty="0"/>
              <a:t>• Auto Haulers (Strictly Reviewed)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512" y="4968241"/>
            <a:ext cx="2483613" cy="16643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u="sng" dirty="0"/>
              <a:t>RADIUS OF </a:t>
            </a:r>
            <a:r>
              <a:rPr lang="en-US" b="1" u="sng" dirty="0" smtClean="0"/>
              <a:t>OPERATIONS</a:t>
            </a:r>
            <a:r>
              <a:rPr lang="en-US" b="1" u="sng" dirty="0"/>
              <a:t>: </a:t>
            </a:r>
            <a:r>
              <a:rPr lang="en-US" u="sng" dirty="0"/>
              <a:t>Unlimited (ISO Limits</a:t>
            </a:r>
            <a:r>
              <a:rPr lang="en-US" u="sng" dirty="0" smtClean="0"/>
              <a:t>)</a:t>
            </a:r>
          </a:p>
          <a:p>
            <a:endParaRPr lang="en-US" u="sng" dirty="0"/>
          </a:p>
          <a:p>
            <a:endParaRPr lang="en-US" dirty="0"/>
          </a:p>
          <a:p>
            <a:r>
              <a:rPr lang="en-US" b="1" u="sng" dirty="0"/>
              <a:t>UNACCEPTABLE GARAGING STATES: </a:t>
            </a:r>
            <a:r>
              <a:rPr lang="en-US" u="sng" dirty="0"/>
              <a:t>AK, CA, DC, DE, HI, MA, MI, &amp; NY. </a:t>
            </a:r>
          </a:p>
          <a:p>
            <a:r>
              <a:rPr lang="en-US" b="1" u="sng" dirty="0"/>
              <a:t>LOSS FREQUENCY: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512" y="4968241"/>
            <a:ext cx="2483613" cy="16643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 23 a 65 años con un mínimo de 2 años de licencia de conducir comercial (CDL) y experiencia de conducción. Los conductores serán evaluados según su edad, sexo, estado civil, experiencia, antigüedad laboral e historial de conducción. (Clasificación basada en la propiedad).</a:t>
            </a:r>
          </a:p>
          <a:p>
            <a:r>
              <a:rPr lang="es-ES" dirty="0"/>
              <a:t>ANTIGÜEDAD DEL EQUIPO: Todos los motores </a:t>
            </a:r>
            <a:r>
              <a:rPr lang="es-ES" dirty="0" smtClean="0"/>
              <a:t>menores </a:t>
            </a:r>
            <a:r>
              <a:rPr lang="es-ES" dirty="0" smtClean="0"/>
              <a:t>de 15 AÑOS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512" y="4968241"/>
            <a:ext cx="2483613" cy="16643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smtClean="0"/>
              <a:t>Excluded Class/Commodities: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3">
            <a:normAutofit fontScale="85000" lnSpcReduction="20000"/>
          </a:bodyPr>
          <a:lstStyle/>
          <a:p>
            <a:r>
              <a:rPr lang="en-US" dirty="0" smtClean="0"/>
              <a:t>Ambulances</a:t>
            </a:r>
            <a:r>
              <a:rPr lang="en-US" dirty="0"/>
              <a:t>, or Emergency Vehicles</a:t>
            </a:r>
          </a:p>
          <a:p>
            <a:r>
              <a:rPr lang="en-US" dirty="0"/>
              <a:t>Armored trucks</a:t>
            </a:r>
          </a:p>
          <a:p>
            <a:r>
              <a:rPr lang="en-US" dirty="0"/>
              <a:t>Buses/Limousines/Taxis – No Passengers allowed</a:t>
            </a:r>
          </a:p>
          <a:p>
            <a:r>
              <a:rPr lang="en-US" dirty="0"/>
              <a:t>Cement Mixers</a:t>
            </a:r>
          </a:p>
          <a:p>
            <a:r>
              <a:rPr lang="en-US" dirty="0"/>
              <a:t>Catering Trucks</a:t>
            </a:r>
          </a:p>
          <a:p>
            <a:r>
              <a:rPr lang="en-US" dirty="0"/>
              <a:t>Coal, or Coke Haulers</a:t>
            </a:r>
          </a:p>
          <a:p>
            <a:r>
              <a:rPr lang="en-US" dirty="0"/>
              <a:t>Double, or Triple Trailers.</a:t>
            </a:r>
          </a:p>
          <a:p>
            <a:r>
              <a:rPr lang="en-US" dirty="0"/>
              <a:t>Dump Truck - Dirt, Sand, or Gravel</a:t>
            </a:r>
          </a:p>
          <a:p>
            <a:r>
              <a:rPr lang="en-US" dirty="0"/>
              <a:t>Explosive Haulers</a:t>
            </a:r>
          </a:p>
          <a:p>
            <a:r>
              <a:rPr lang="en-US" dirty="0"/>
              <a:t>Fuel Haulers</a:t>
            </a:r>
          </a:p>
          <a:p>
            <a:r>
              <a:rPr lang="en-US" dirty="0"/>
              <a:t>Garbage Refuse</a:t>
            </a:r>
          </a:p>
          <a:p>
            <a:r>
              <a:rPr lang="en-US" dirty="0"/>
              <a:t>Hazardous Materials Haulers – vehicles carrying hazardous materials requiring placards.</a:t>
            </a:r>
          </a:p>
          <a:p>
            <a:r>
              <a:rPr lang="en-US" dirty="0"/>
              <a:t>Household Good Movers</a:t>
            </a:r>
          </a:p>
          <a:p>
            <a:endParaRPr lang="en-US" dirty="0"/>
          </a:p>
          <a:p>
            <a:r>
              <a:rPr lang="en-US" dirty="0"/>
              <a:t>Liquid Fertilizers</a:t>
            </a:r>
          </a:p>
          <a:p>
            <a:r>
              <a:rPr lang="en-US" dirty="0"/>
              <a:t>Livestock Hauling</a:t>
            </a:r>
          </a:p>
          <a:p>
            <a:r>
              <a:rPr lang="en-US" dirty="0"/>
              <a:t>Logging Operations</a:t>
            </a:r>
          </a:p>
          <a:p>
            <a:r>
              <a:rPr lang="en-US" dirty="0"/>
              <a:t>Messenger, courier, or time constraint delivery vehicles</a:t>
            </a:r>
          </a:p>
          <a:p>
            <a:r>
              <a:rPr lang="en-US" dirty="0"/>
              <a:t>Mobile Cranes, or Mounted Rigs</a:t>
            </a:r>
          </a:p>
          <a:p>
            <a:r>
              <a:rPr lang="en-US" dirty="0"/>
              <a:t>Municipal/Federal Government Fleets</a:t>
            </a:r>
          </a:p>
          <a:p>
            <a:r>
              <a:rPr lang="en-US" dirty="0"/>
              <a:t>Pick-up Trucks</a:t>
            </a:r>
          </a:p>
          <a:p>
            <a:r>
              <a:rPr lang="en-US" dirty="0"/>
              <a:t>Recyclables</a:t>
            </a:r>
          </a:p>
          <a:p>
            <a:r>
              <a:rPr lang="en-US" dirty="0"/>
              <a:t>Repossession Operations</a:t>
            </a:r>
          </a:p>
          <a:p>
            <a:r>
              <a:rPr lang="en-US" dirty="0"/>
              <a:t>Scrap Metals</a:t>
            </a:r>
          </a:p>
          <a:p>
            <a:r>
              <a:rPr lang="en-US" dirty="0"/>
              <a:t>Truck Renters or Leasers</a:t>
            </a:r>
          </a:p>
          <a:p>
            <a:r>
              <a:rPr lang="en-US" dirty="0"/>
              <a:t>Tow Trucks</a:t>
            </a:r>
          </a:p>
          <a:p>
            <a:r>
              <a:rPr lang="en-US" dirty="0"/>
              <a:t>Transporters of Junk Vehicles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42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512" y="4968241"/>
            <a:ext cx="2483613" cy="16643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237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COUNTY HALL</vt:lpstr>
      <vt:lpstr>CARRIER </vt:lpstr>
      <vt:lpstr>COBERTURAS</vt:lpstr>
      <vt:lpstr>TIPO DE NEGOCIO</vt:lpstr>
      <vt:lpstr>RADIO OPERACION</vt:lpstr>
      <vt:lpstr>Drivers / unidades</vt:lpstr>
      <vt:lpstr> Excluded Class/Commodities: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</cp:revision>
  <dcterms:created xsi:type="dcterms:W3CDTF">2025-10-10T19:04:32Z</dcterms:created>
  <dcterms:modified xsi:type="dcterms:W3CDTF">2025-10-14T20:08:45Z</dcterms:modified>
</cp:coreProperties>
</file>