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63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52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969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01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9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9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0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1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55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29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2339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04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7211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64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880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55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57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s-MX" dirty="0" smtClean="0">
                <a:solidFill>
                  <a:schemeClr val="accent6">
                    <a:lumMod val="50000"/>
                  </a:schemeClr>
                </a:solidFill>
              </a:rPr>
              <a:t>5 </a:t>
            </a:r>
            <a:r>
              <a:rPr lang="es-MX" dirty="0" err="1" smtClean="0">
                <a:solidFill>
                  <a:schemeClr val="accent6">
                    <a:lumMod val="50000"/>
                  </a:schemeClr>
                </a:solidFill>
              </a:rPr>
              <a:t>star</a:t>
            </a:r>
            <a:r>
              <a:rPr lang="es-MX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CATEGORIA A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993" y="5466081"/>
            <a:ext cx="3386982" cy="11760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b="1" dirty="0" err="1" smtClean="0"/>
              <a:t>Trisura</a:t>
            </a:r>
            <a:r>
              <a:rPr lang="en-US" b="1" dirty="0" smtClean="0"/>
              <a:t> </a:t>
            </a:r>
            <a:r>
              <a:rPr lang="en-US" b="1" dirty="0"/>
              <a:t>/ </a:t>
            </a:r>
            <a:r>
              <a:rPr lang="en-US" b="1" dirty="0" err="1" smtClean="0"/>
              <a:t>Knightbrook</a:t>
            </a:r>
            <a:endParaRPr lang="en-US" b="1" dirty="0" smtClean="0"/>
          </a:p>
          <a:p>
            <a:r>
              <a:rPr lang="en-US" b="1" dirty="0" smtClean="0"/>
              <a:t>Nirvana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993" y="5466081"/>
            <a:ext cx="3386982" cy="11760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 Liability, General Liability, Cargo, Physical Damage, Trailer Interchange, </a:t>
            </a:r>
            <a:r>
              <a:rPr lang="en-US" dirty="0" smtClean="0"/>
              <a:t>Brokers Contingent </a:t>
            </a:r>
            <a:r>
              <a:rPr lang="en-US" dirty="0"/>
              <a:t>Auto Liability”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993" y="5466081"/>
            <a:ext cx="3386982" cy="11760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Target operations</a:t>
            </a:r>
            <a:r>
              <a:rPr lang="en-US" dirty="0"/>
              <a:t>: Dry van, Flat bed, Intermodal, Oversized/Heavy Equipment Hauler, Refrigerated, Liquid / Dry </a:t>
            </a:r>
            <a:r>
              <a:rPr lang="en-US" dirty="0" smtClean="0"/>
              <a:t>Bulk  Tankers</a:t>
            </a:r>
            <a:r>
              <a:rPr lang="en-US" dirty="0"/>
              <a:t>, Bulk Hopper, Auto Hauler.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993" y="5466081"/>
            <a:ext cx="3386982" cy="11760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Available in the following states: AL, AR, </a:t>
            </a:r>
            <a:r>
              <a:rPr lang="en-US" dirty="0" smtClean="0"/>
              <a:t>AZ,CO</a:t>
            </a:r>
            <a:r>
              <a:rPr lang="en-US" dirty="0"/>
              <a:t>, DE, FL, GA, IA, ID, IL, IN, KS, KY, LA, MD, ME, MI, MN, MO, MS, NC, ND, NE, NH, NM, NV, OH, OK, OR, RI, SC, </a:t>
            </a:r>
            <a:r>
              <a:rPr lang="en-US" dirty="0" smtClean="0"/>
              <a:t>SD,TN</a:t>
            </a:r>
            <a:r>
              <a:rPr lang="en-US" dirty="0"/>
              <a:t>, TX, UT, WI, WV.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993" y="5466081"/>
            <a:ext cx="3386982" cy="11760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– 14 power units writing AL, PD, MTC, GL. 3+ years in </a:t>
            </a:r>
            <a:r>
              <a:rPr lang="en-US" dirty="0" smtClean="0"/>
              <a:t>business</a:t>
            </a:r>
          </a:p>
          <a:p>
            <a:endParaRPr lang="es-MX" dirty="0"/>
          </a:p>
          <a:p>
            <a:r>
              <a:rPr lang="es-MX" dirty="0" smtClean="0"/>
              <a:t>25-65 edad </a:t>
            </a:r>
          </a:p>
          <a:p>
            <a:r>
              <a:rPr lang="es-MX" dirty="0" smtClean="0"/>
              <a:t>2 años de experiencia </a:t>
            </a:r>
          </a:p>
          <a:p>
            <a:endParaRPr lang="es-MX" dirty="0" smtClean="0"/>
          </a:p>
          <a:p>
            <a:r>
              <a:rPr lang="es-MX" dirty="0" smtClean="0"/>
              <a:t>New </a:t>
            </a:r>
            <a:r>
              <a:rPr lang="es-MX" dirty="0" err="1" smtClean="0"/>
              <a:t>venture</a:t>
            </a:r>
            <a:r>
              <a:rPr lang="es-MX" dirty="0" smtClean="0"/>
              <a:t> no para AL </a:t>
            </a:r>
          </a:p>
          <a:p>
            <a:r>
              <a:rPr lang="es-MX" dirty="0" smtClean="0"/>
              <a:t>ONLY MTC Y PD</a:t>
            </a:r>
          </a:p>
          <a:p>
            <a:endParaRPr lang="es-MX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993" y="5466081"/>
            <a:ext cx="3386982" cy="11760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NOTAS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will write mono-line PD, but no mono-line in </a:t>
            </a:r>
            <a:r>
              <a:rPr lang="en-US" dirty="0" smtClean="0"/>
              <a:t>AL</a:t>
            </a:r>
          </a:p>
          <a:p>
            <a:endParaRPr lang="es-MX" dirty="0"/>
          </a:p>
          <a:p>
            <a:r>
              <a:rPr lang="es-MX" dirty="0" smtClean="0"/>
              <a:t>No recomendable como primera </a:t>
            </a:r>
            <a:r>
              <a:rPr lang="es-MX" dirty="0" err="1" smtClean="0"/>
              <a:t>opcion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16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993" y="5466081"/>
            <a:ext cx="3386982" cy="11760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Custom 4">
      <a:dk1>
        <a:srgbClr val="2EA7B0"/>
      </a:dk1>
      <a:lt1>
        <a:srgbClr val="2EA7B0"/>
      </a:lt1>
      <a:dk2>
        <a:srgbClr val="6E91A0"/>
      </a:dk2>
      <a:lt2>
        <a:srgbClr val="EBEBEB"/>
      </a:lt2>
      <a:accent1>
        <a:srgbClr val="6E91A0"/>
      </a:accent1>
      <a:accent2>
        <a:srgbClr val="54A021"/>
      </a:accent2>
      <a:accent3>
        <a:srgbClr val="6E91A0"/>
      </a:accent3>
      <a:accent4>
        <a:srgbClr val="6E91A0"/>
      </a:accent4>
      <a:accent5>
        <a:srgbClr val="6E91A0"/>
      </a:accent5>
      <a:accent6>
        <a:srgbClr val="2EA7B0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</TotalTime>
  <Words>196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5 star </vt:lpstr>
      <vt:lpstr>CARRIER </vt:lpstr>
      <vt:lpstr>COBERTURAS</vt:lpstr>
      <vt:lpstr>TIPO DE NEGOCIO</vt:lpstr>
      <vt:lpstr>RADIO OPERACION</vt:lpstr>
      <vt:lpstr>Drivers / unidades</vt:lpstr>
      <vt:lpstr>NOTAS 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4</cp:revision>
  <dcterms:created xsi:type="dcterms:W3CDTF">2025-10-10T19:04:32Z</dcterms:created>
  <dcterms:modified xsi:type="dcterms:W3CDTF">2025-10-13T19:20:56Z</dcterms:modified>
</cp:coreProperties>
</file>