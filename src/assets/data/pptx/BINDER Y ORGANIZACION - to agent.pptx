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33" r:id="rId4"/>
  </p:sldMasterIdLst>
  <p:notesMasterIdLst>
    <p:notesMasterId r:id="rId20"/>
  </p:notesMasterIdLst>
  <p:sldIdLst>
    <p:sldId id="266" r:id="rId5"/>
    <p:sldId id="257" r:id="rId6"/>
    <p:sldId id="267" r:id="rId7"/>
    <p:sldId id="268" r:id="rId8"/>
    <p:sldId id="269" r:id="rId9"/>
    <p:sldId id="278" r:id="rId10"/>
    <p:sldId id="270" r:id="rId11"/>
    <p:sldId id="279" r:id="rId12"/>
    <p:sldId id="271" r:id="rId13"/>
    <p:sldId id="272" r:id="rId14"/>
    <p:sldId id="273" r:id="rId15"/>
    <p:sldId id="274" r:id="rId16"/>
    <p:sldId id="275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76" y="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07/relationships/hdphoto" Target="../media/hdphoto3.wdp"/><Relationship Id="rId1" Type="http://schemas.openxmlformats.org/officeDocument/2006/relationships/image" Target="../media/image5.png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07/relationships/hdphoto" Target="../media/hdphoto3.wdp"/><Relationship Id="rId1" Type="http://schemas.openxmlformats.org/officeDocument/2006/relationships/image" Target="../media/image5.png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F870C-5D9B-4878-9827-A3D8F8D3B4C3}" type="doc">
      <dgm:prSet loTypeId="urn:microsoft.com/office/officeart/2018/5/layout/IconLeafLabelList" loCatId="icon" qsTypeId="urn:microsoft.com/office/officeart/2005/8/quickstyle/simple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3252BB-1661-4EF1-B4B4-B609E884D6B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ORGANIZACION</a:t>
          </a:r>
          <a:endParaRPr lang="en-US" dirty="0"/>
        </a:p>
      </dgm:t>
    </dgm:pt>
    <dgm:pt modelId="{5A04EF90-0F09-4424-BA8F-063E80337D8E}" type="parTrans" cxnId="{095425F3-197C-4E69-84D5-0C51196EF1C6}">
      <dgm:prSet/>
      <dgm:spPr/>
      <dgm:t>
        <a:bodyPr/>
        <a:lstStyle/>
        <a:p>
          <a:endParaRPr lang="en-US"/>
        </a:p>
      </dgm:t>
    </dgm:pt>
    <dgm:pt modelId="{54292CB0-011E-4706-9294-372AD5816BB9}" type="sibTrans" cxnId="{095425F3-197C-4E69-84D5-0C51196EF1C6}">
      <dgm:prSet/>
      <dgm:spPr/>
      <dgm:t>
        <a:bodyPr/>
        <a:lstStyle/>
        <a:p>
          <a:endParaRPr lang="en-US"/>
        </a:p>
      </dgm:t>
    </dgm:pt>
    <dgm:pt modelId="{1777E161-D0DE-4D31-91FE-E2AD8AAC6A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REVISION</a:t>
          </a:r>
          <a:endParaRPr lang="en-US" dirty="0"/>
        </a:p>
      </dgm:t>
    </dgm:pt>
    <dgm:pt modelId="{50E45982-4B36-4BD3-ABAD-204FBA61FF0E}" type="parTrans" cxnId="{A341BC0D-6DD3-4979-9832-08DC41068DC6}">
      <dgm:prSet/>
      <dgm:spPr/>
      <dgm:t>
        <a:bodyPr/>
        <a:lstStyle/>
        <a:p>
          <a:endParaRPr lang="en-US"/>
        </a:p>
      </dgm:t>
    </dgm:pt>
    <dgm:pt modelId="{FB489039-8D8A-4FC2-9B37-994383FDE902}" type="sibTrans" cxnId="{A341BC0D-6DD3-4979-9832-08DC41068DC6}">
      <dgm:prSet/>
      <dgm:spPr/>
      <dgm:t>
        <a:bodyPr/>
        <a:lstStyle/>
        <a:p>
          <a:endParaRPr lang="en-US"/>
        </a:p>
      </dgm:t>
    </dgm:pt>
    <dgm:pt modelId="{A0E3938A-38FD-4C6B-BC76-DCF294EE93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smtClean="0"/>
            <a:t>EJECUCION</a:t>
          </a:r>
          <a:endParaRPr lang="en-US" dirty="0"/>
        </a:p>
      </dgm:t>
    </dgm:pt>
    <dgm:pt modelId="{8655D1BC-F152-4DA3-90FE-11A6554E87C9}" type="parTrans" cxnId="{F1960191-6C4D-45E6-A70C-022CDEE00113}">
      <dgm:prSet/>
      <dgm:spPr/>
      <dgm:t>
        <a:bodyPr/>
        <a:lstStyle/>
        <a:p>
          <a:endParaRPr lang="en-US"/>
        </a:p>
      </dgm:t>
    </dgm:pt>
    <dgm:pt modelId="{7DE219E0-15AA-4B4B-9BED-F21993E27992}" type="sibTrans" cxnId="{F1960191-6C4D-45E6-A70C-022CDEE00113}">
      <dgm:prSet/>
      <dgm:spPr/>
      <dgm:t>
        <a:bodyPr/>
        <a:lstStyle/>
        <a:p>
          <a:endParaRPr lang="en-US"/>
        </a:p>
      </dgm:t>
    </dgm:pt>
    <dgm:pt modelId="{D2FA40C6-C0ED-46A3-92CE-B081053B2BA8}" type="pres">
      <dgm:prSet presAssocID="{34FF870C-5D9B-4878-9827-A3D8F8D3B4C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F71816B-273C-49A1-A458-BCE14C9FAD7C}" type="pres">
      <dgm:prSet presAssocID="{193252BB-1661-4EF1-B4B4-B609E884D6B5}" presName="compNode" presStyleCnt="0"/>
      <dgm:spPr/>
      <dgm:t>
        <a:bodyPr/>
        <a:lstStyle/>
        <a:p>
          <a:endParaRPr lang="en-US"/>
        </a:p>
      </dgm:t>
    </dgm:pt>
    <dgm:pt modelId="{23A2EDD9-C89F-49C9-AE4A-D6196B4CA219}" type="pres">
      <dgm:prSet presAssocID="{193252BB-1661-4EF1-B4B4-B609E884D6B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  <dgm:t>
        <a:bodyPr/>
        <a:lstStyle/>
        <a:p>
          <a:endParaRPr lang="en-US"/>
        </a:p>
      </dgm:t>
    </dgm:pt>
    <dgm:pt modelId="{AFF6CE53-2172-43E4-BC33-3C48272DDCF0}" type="pres">
      <dgm:prSet presAssocID="{193252BB-1661-4EF1-B4B4-B609E884D6B5}" presName="iconRect" presStyleLbl="node1" presStyleIdx="0" presStyleCnt="3" custScaleX="150214" custScaleY="162140"/>
      <dgm:spPr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889" b="99556" l="0" r="100000">
                        <a14:foregroundMark x1="13778" y1="14222" x2="0" y2="49333"/>
                        <a14:foregroundMark x1="26222" y1="10222" x2="26222" y2="10222"/>
                        <a14:foregroundMark x1="92000" y1="30667" x2="92000" y2="30667"/>
                        <a14:foregroundMark x1="58667" y1="96889" x2="58667" y2="96889"/>
                        <a14:foregroundMark x1="28889" y1="59556" x2="35111" y2="59111"/>
                        <a14:foregroundMark x1="36000" y1="59111" x2="36000" y2="59111"/>
                        <a14:foregroundMark x1="56444" y1="58667" x2="56444" y2="58667"/>
                        <a14:foregroundMark x1="56000" y1="57778" x2="28444" y2="59111"/>
                        <a14:foregroundMark x1="35111" y1="28444" x2="64000" y2="28000"/>
                        <a14:foregroundMark x1="65778" y1="44889" x2="80000" y2="44889"/>
                        <a14:foregroundMark x1="19111" y1="45333" x2="19111" y2="45333"/>
                        <a14:foregroundMark x1="33778" y1="46667" x2="33778" y2="46667"/>
                        <a14:foregroundMark x1="33333" y1="47556" x2="18667" y2="44444"/>
                        <a14:foregroundMark x1="44889" y1="62667" x2="44889" y2="62667"/>
                        <a14:foregroundMark x1="56000" y1="62667" x2="56000" y2="62667"/>
                        <a14:foregroundMark x1="56000" y1="62667" x2="45778" y2="61778"/>
                        <a14:foregroundMark x1="84444" y1="85333" x2="80889" y2="80889"/>
                        <a14:foregroundMark x1="18667" y1="81333" x2="16889" y2="81333"/>
                        <a14:foregroundMark x1="18667" y1="19556" x2="18667" y2="19556"/>
                        <a14:foregroundMark x1="83556" y1="18222" x2="83556" y2="1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  <dgm:t>
        <a:bodyPr/>
        <a:lstStyle/>
        <a:p>
          <a:endParaRPr lang="en-US"/>
        </a:p>
      </dgm:t>
      <dgm:extLst/>
    </dgm:pt>
    <dgm:pt modelId="{8CFED58E-CED6-48CB-AD6E-8A220711C954}" type="pres">
      <dgm:prSet presAssocID="{193252BB-1661-4EF1-B4B4-B609E884D6B5}" presName="spaceRect" presStyleCnt="0"/>
      <dgm:spPr/>
      <dgm:t>
        <a:bodyPr/>
        <a:lstStyle/>
        <a:p>
          <a:endParaRPr lang="en-US"/>
        </a:p>
      </dgm:t>
    </dgm:pt>
    <dgm:pt modelId="{B2757675-DFB6-4B33-9701-161572571D2B}" type="pres">
      <dgm:prSet presAssocID="{193252BB-1661-4EF1-B4B4-B609E884D6B5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F5FC25A-8895-4059-A7CB-AC8E769B2E4B}" type="pres">
      <dgm:prSet presAssocID="{54292CB0-011E-4706-9294-372AD5816BB9}" presName="sibTrans" presStyleCnt="0"/>
      <dgm:spPr/>
      <dgm:t>
        <a:bodyPr/>
        <a:lstStyle/>
        <a:p>
          <a:endParaRPr lang="en-US"/>
        </a:p>
      </dgm:t>
    </dgm:pt>
    <dgm:pt modelId="{F181BEB4-66E0-4B62-8712-BD0A64659834}" type="pres">
      <dgm:prSet presAssocID="{1777E161-D0DE-4D31-91FE-E2AD8AAC6AAC}" presName="compNode" presStyleCnt="0"/>
      <dgm:spPr/>
      <dgm:t>
        <a:bodyPr/>
        <a:lstStyle/>
        <a:p>
          <a:endParaRPr lang="en-US"/>
        </a:p>
      </dgm:t>
    </dgm:pt>
    <dgm:pt modelId="{0E81F59E-BE24-4A43-8B4D-78AE486DB35A}" type="pres">
      <dgm:prSet presAssocID="{1777E161-D0DE-4D31-91FE-E2AD8AAC6AA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  <dgm:t>
        <a:bodyPr/>
        <a:lstStyle/>
        <a:p>
          <a:endParaRPr lang="en-US"/>
        </a:p>
      </dgm:t>
    </dgm:pt>
    <dgm:pt modelId="{C6C18185-40AF-48A2-8685-C39F432C8E80}" type="pres">
      <dgm:prSet presAssocID="{1777E161-D0DE-4D31-91FE-E2AD8AAC6AAC}" presName="iconRect" presStyleLbl="node1" presStyleIdx="1" presStyleCnt="3" custScaleX="124984" custScaleY="132387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89778" l="9778" r="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glow rad="228600">
            <a:schemeClr val="accent3">
              <a:satMod val="175000"/>
              <a:alpha val="40000"/>
            </a:schemeClr>
          </a:glow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/>
        </a:p>
      </dgm:t>
      <dgm:extLst/>
    </dgm:pt>
    <dgm:pt modelId="{676699DF-00CC-4F16-B4E6-75EFFED81874}" type="pres">
      <dgm:prSet presAssocID="{1777E161-D0DE-4D31-91FE-E2AD8AAC6AAC}" presName="spaceRect" presStyleCnt="0"/>
      <dgm:spPr/>
      <dgm:t>
        <a:bodyPr/>
        <a:lstStyle/>
        <a:p>
          <a:endParaRPr lang="en-US"/>
        </a:p>
      </dgm:t>
    </dgm:pt>
    <dgm:pt modelId="{1CD40C66-A0B4-4978-9941-A79D4CBD111B}" type="pres">
      <dgm:prSet presAssocID="{1777E161-D0DE-4D31-91FE-E2AD8AAC6AAC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18A00AD-35D1-4313-87F2-111D7B13ECED}" type="pres">
      <dgm:prSet presAssocID="{FB489039-8D8A-4FC2-9B37-994383FDE902}" presName="sibTrans" presStyleCnt="0"/>
      <dgm:spPr/>
      <dgm:t>
        <a:bodyPr/>
        <a:lstStyle/>
        <a:p>
          <a:endParaRPr lang="en-US"/>
        </a:p>
      </dgm:t>
    </dgm:pt>
    <dgm:pt modelId="{59EC7549-F063-437F-8388-459A5C769816}" type="pres">
      <dgm:prSet presAssocID="{A0E3938A-38FD-4C6B-BC76-DCF294EE93DC}" presName="compNode" presStyleCnt="0"/>
      <dgm:spPr/>
      <dgm:t>
        <a:bodyPr/>
        <a:lstStyle/>
        <a:p>
          <a:endParaRPr lang="en-US"/>
        </a:p>
      </dgm:t>
    </dgm:pt>
    <dgm:pt modelId="{81253FDF-02A1-40D1-89CA-3EA7AF168FD7}" type="pres">
      <dgm:prSet presAssocID="{A0E3938A-38FD-4C6B-BC76-DCF294EE93D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  <dgm:t>
        <a:bodyPr/>
        <a:lstStyle/>
        <a:p>
          <a:endParaRPr lang="en-US"/>
        </a:p>
      </dgm:t>
    </dgm:pt>
    <dgm:pt modelId="{8156E8E0-9CDC-4EAB-A61D-AF474D6D9368}" type="pres">
      <dgm:prSet presAssocID="{A0E3938A-38FD-4C6B-BC76-DCF294EE93DC}" presName="iconRect" presStyleLbl="node1" presStyleIdx="2" presStyleCnt="3" custScaleX="119670" custScaleY="120036"/>
      <dgm:spPr>
        <a:blipFill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00" b="91111" l="1778" r="97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  <dgm:extLst/>
    </dgm:pt>
    <dgm:pt modelId="{CF8829A0-3E8F-471E-B721-0E359AF6C976}" type="pres">
      <dgm:prSet presAssocID="{A0E3938A-38FD-4C6B-BC76-DCF294EE93DC}" presName="spaceRect" presStyleCnt="0"/>
      <dgm:spPr/>
      <dgm:t>
        <a:bodyPr/>
        <a:lstStyle/>
        <a:p>
          <a:endParaRPr lang="en-US"/>
        </a:p>
      </dgm:t>
    </dgm:pt>
    <dgm:pt modelId="{2DEB68D9-2D2A-405A-A95A-F123B81445D3}" type="pres">
      <dgm:prSet presAssocID="{A0E3938A-38FD-4C6B-BC76-DCF294EE93DC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95425F3-197C-4E69-84D5-0C51196EF1C6}" srcId="{34FF870C-5D9B-4878-9827-A3D8F8D3B4C3}" destId="{193252BB-1661-4EF1-B4B4-B609E884D6B5}" srcOrd="0" destOrd="0" parTransId="{5A04EF90-0F09-4424-BA8F-063E80337D8E}" sibTransId="{54292CB0-011E-4706-9294-372AD5816BB9}"/>
    <dgm:cxn modelId="{FA3ECF3F-F2D7-4808-8F32-35657BC1DF89}" type="presOf" srcId="{193252BB-1661-4EF1-B4B4-B609E884D6B5}" destId="{B2757675-DFB6-4B33-9701-161572571D2B}" srcOrd="0" destOrd="0" presId="urn:microsoft.com/office/officeart/2018/5/layout/IconLeafLabelList"/>
    <dgm:cxn modelId="{C3093AB7-9BBB-4595-A705-841ABB75BC49}" type="presOf" srcId="{1777E161-D0DE-4D31-91FE-E2AD8AAC6AAC}" destId="{1CD40C66-A0B4-4978-9941-A79D4CBD111B}" srcOrd="0" destOrd="0" presId="urn:microsoft.com/office/officeart/2018/5/layout/IconLeafLabelList"/>
    <dgm:cxn modelId="{A341BC0D-6DD3-4979-9832-08DC41068DC6}" srcId="{34FF870C-5D9B-4878-9827-A3D8F8D3B4C3}" destId="{1777E161-D0DE-4D31-91FE-E2AD8AAC6AAC}" srcOrd="1" destOrd="0" parTransId="{50E45982-4B36-4BD3-ABAD-204FBA61FF0E}" sibTransId="{FB489039-8D8A-4FC2-9B37-994383FDE902}"/>
    <dgm:cxn modelId="{472D2D17-E245-46DF-98A5-C38415CADC1E}" type="presOf" srcId="{A0E3938A-38FD-4C6B-BC76-DCF294EE93DC}" destId="{2DEB68D9-2D2A-405A-A95A-F123B81445D3}" srcOrd="0" destOrd="0" presId="urn:microsoft.com/office/officeart/2018/5/layout/IconLeafLabelList"/>
    <dgm:cxn modelId="{F1960191-6C4D-45E6-A70C-022CDEE00113}" srcId="{34FF870C-5D9B-4878-9827-A3D8F8D3B4C3}" destId="{A0E3938A-38FD-4C6B-BC76-DCF294EE93DC}" srcOrd="2" destOrd="0" parTransId="{8655D1BC-F152-4DA3-90FE-11A6554E87C9}" sibTransId="{7DE219E0-15AA-4B4B-9BED-F21993E27992}"/>
    <dgm:cxn modelId="{B126511F-11FF-4EDD-85D7-D89737033340}" type="presOf" srcId="{34FF870C-5D9B-4878-9827-A3D8F8D3B4C3}" destId="{D2FA40C6-C0ED-46A3-92CE-B081053B2BA8}" srcOrd="0" destOrd="0" presId="urn:microsoft.com/office/officeart/2018/5/layout/IconLeafLabelList"/>
    <dgm:cxn modelId="{CFFB4A70-BD6C-4082-9DB4-48041D051C82}" type="presParOf" srcId="{D2FA40C6-C0ED-46A3-92CE-B081053B2BA8}" destId="{4F71816B-273C-49A1-A458-BCE14C9FAD7C}" srcOrd="0" destOrd="0" presId="urn:microsoft.com/office/officeart/2018/5/layout/IconLeafLabelList"/>
    <dgm:cxn modelId="{697C797D-B0A3-487C-82FB-C6242AC02007}" type="presParOf" srcId="{4F71816B-273C-49A1-A458-BCE14C9FAD7C}" destId="{23A2EDD9-C89F-49C9-AE4A-D6196B4CA219}" srcOrd="0" destOrd="0" presId="urn:microsoft.com/office/officeart/2018/5/layout/IconLeafLabelList"/>
    <dgm:cxn modelId="{DF512F07-EEDC-4E6F-8099-188C14ECF869}" type="presParOf" srcId="{4F71816B-273C-49A1-A458-BCE14C9FAD7C}" destId="{AFF6CE53-2172-43E4-BC33-3C48272DDCF0}" srcOrd="1" destOrd="0" presId="urn:microsoft.com/office/officeart/2018/5/layout/IconLeafLabelList"/>
    <dgm:cxn modelId="{9D5B3B65-8825-47E0-95F3-9A1D2B1E6DD6}" type="presParOf" srcId="{4F71816B-273C-49A1-A458-BCE14C9FAD7C}" destId="{8CFED58E-CED6-48CB-AD6E-8A220711C954}" srcOrd="2" destOrd="0" presId="urn:microsoft.com/office/officeart/2018/5/layout/IconLeafLabelList"/>
    <dgm:cxn modelId="{1E9B72B2-2AB0-418C-94B5-6567B0CCC879}" type="presParOf" srcId="{4F71816B-273C-49A1-A458-BCE14C9FAD7C}" destId="{B2757675-DFB6-4B33-9701-161572571D2B}" srcOrd="3" destOrd="0" presId="urn:microsoft.com/office/officeart/2018/5/layout/IconLeafLabelList"/>
    <dgm:cxn modelId="{127552B3-8890-4CBD-B12B-9C8A4BCA5A9E}" type="presParOf" srcId="{D2FA40C6-C0ED-46A3-92CE-B081053B2BA8}" destId="{FF5FC25A-8895-4059-A7CB-AC8E769B2E4B}" srcOrd="1" destOrd="0" presId="urn:microsoft.com/office/officeart/2018/5/layout/IconLeafLabelList"/>
    <dgm:cxn modelId="{1C669417-79B7-433E-A975-738A07EE9783}" type="presParOf" srcId="{D2FA40C6-C0ED-46A3-92CE-B081053B2BA8}" destId="{F181BEB4-66E0-4B62-8712-BD0A64659834}" srcOrd="2" destOrd="0" presId="urn:microsoft.com/office/officeart/2018/5/layout/IconLeafLabelList"/>
    <dgm:cxn modelId="{9C7F80FB-C680-4E35-AD11-9BE4BD6556F1}" type="presParOf" srcId="{F181BEB4-66E0-4B62-8712-BD0A64659834}" destId="{0E81F59E-BE24-4A43-8B4D-78AE486DB35A}" srcOrd="0" destOrd="0" presId="urn:microsoft.com/office/officeart/2018/5/layout/IconLeafLabelList"/>
    <dgm:cxn modelId="{998459A1-F347-48D8-BB50-EB12075F5FDA}" type="presParOf" srcId="{F181BEB4-66E0-4B62-8712-BD0A64659834}" destId="{C6C18185-40AF-48A2-8685-C39F432C8E80}" srcOrd="1" destOrd="0" presId="urn:microsoft.com/office/officeart/2018/5/layout/IconLeafLabelList"/>
    <dgm:cxn modelId="{EC8BA919-8D94-4FB4-BC09-6604E9B16BBF}" type="presParOf" srcId="{F181BEB4-66E0-4B62-8712-BD0A64659834}" destId="{676699DF-00CC-4F16-B4E6-75EFFED81874}" srcOrd="2" destOrd="0" presId="urn:microsoft.com/office/officeart/2018/5/layout/IconLeafLabelList"/>
    <dgm:cxn modelId="{99E65743-4445-4C74-BBE7-040C68F4FF62}" type="presParOf" srcId="{F181BEB4-66E0-4B62-8712-BD0A64659834}" destId="{1CD40C66-A0B4-4978-9941-A79D4CBD111B}" srcOrd="3" destOrd="0" presId="urn:microsoft.com/office/officeart/2018/5/layout/IconLeafLabelList"/>
    <dgm:cxn modelId="{044D2D07-87CA-47BD-BFAF-AD1C67AA89AA}" type="presParOf" srcId="{D2FA40C6-C0ED-46A3-92CE-B081053B2BA8}" destId="{F18A00AD-35D1-4313-87F2-111D7B13ECED}" srcOrd="3" destOrd="0" presId="urn:microsoft.com/office/officeart/2018/5/layout/IconLeafLabelList"/>
    <dgm:cxn modelId="{8A2DCF1E-4E06-4424-AA2E-B74ACB475E11}" type="presParOf" srcId="{D2FA40C6-C0ED-46A3-92CE-B081053B2BA8}" destId="{59EC7549-F063-437F-8388-459A5C769816}" srcOrd="4" destOrd="0" presId="urn:microsoft.com/office/officeart/2018/5/layout/IconLeafLabelList"/>
    <dgm:cxn modelId="{9F0E93DA-CF03-4DEE-B53D-F38603507FC7}" type="presParOf" srcId="{59EC7549-F063-437F-8388-459A5C769816}" destId="{81253FDF-02A1-40D1-89CA-3EA7AF168FD7}" srcOrd="0" destOrd="0" presId="urn:microsoft.com/office/officeart/2018/5/layout/IconLeafLabelList"/>
    <dgm:cxn modelId="{4D35F28B-EF19-4A81-863F-ABB1FD8C2333}" type="presParOf" srcId="{59EC7549-F063-437F-8388-459A5C769816}" destId="{8156E8E0-9CDC-4EAB-A61D-AF474D6D9368}" srcOrd="1" destOrd="0" presId="urn:microsoft.com/office/officeart/2018/5/layout/IconLeafLabelList"/>
    <dgm:cxn modelId="{6D4CD298-2BC6-42A7-91B3-33BBA4EB1AE7}" type="presParOf" srcId="{59EC7549-F063-437F-8388-459A5C769816}" destId="{CF8829A0-3E8F-471E-B721-0E359AF6C976}" srcOrd="2" destOrd="0" presId="urn:microsoft.com/office/officeart/2018/5/layout/IconLeafLabelList"/>
    <dgm:cxn modelId="{F6EAE01F-088E-445D-B1CC-B67F9FD8C8D6}" type="presParOf" srcId="{59EC7549-F063-437F-8388-459A5C769816}" destId="{2DEB68D9-2D2A-405A-A95A-F123B81445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2EDD9-C89F-49C9-AE4A-D6196B4CA219}">
      <dsp:nvSpPr>
        <dsp:cNvPr id="0" name=""/>
        <dsp:cNvSpPr/>
      </dsp:nvSpPr>
      <dsp:spPr>
        <a:xfrm>
          <a:off x="614381" y="503862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FF6CE53-2172-43E4-BC33-3C48272DDCF0}">
      <dsp:nvSpPr>
        <dsp:cNvPr id="0" name=""/>
        <dsp:cNvSpPr/>
      </dsp:nvSpPr>
      <dsp:spPr>
        <a:xfrm>
          <a:off x="735228" y="564837"/>
          <a:ext cx="1508242" cy="16279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889" b="99556" l="0" r="100000">
                        <a14:foregroundMark x1="13778" y1="14222" x2="0" y2="49333"/>
                        <a14:foregroundMark x1="26222" y1="10222" x2="26222" y2="10222"/>
                        <a14:foregroundMark x1="92000" y1="30667" x2="92000" y2="30667"/>
                        <a14:foregroundMark x1="58667" y1="96889" x2="58667" y2="96889"/>
                        <a14:foregroundMark x1="28889" y1="59556" x2="35111" y2="59111"/>
                        <a14:foregroundMark x1="36000" y1="59111" x2="36000" y2="59111"/>
                        <a14:foregroundMark x1="56444" y1="58667" x2="56444" y2="58667"/>
                        <a14:foregroundMark x1="56000" y1="57778" x2="28444" y2="59111"/>
                        <a14:foregroundMark x1="35111" y1="28444" x2="64000" y2="28000"/>
                        <a14:foregroundMark x1="65778" y1="44889" x2="80000" y2="44889"/>
                        <a14:foregroundMark x1="19111" y1="45333" x2="19111" y2="45333"/>
                        <a14:foregroundMark x1="33778" y1="46667" x2="33778" y2="46667"/>
                        <a14:foregroundMark x1="33333" y1="47556" x2="18667" y2="44444"/>
                        <a14:foregroundMark x1="44889" y1="62667" x2="44889" y2="62667"/>
                        <a14:foregroundMark x1="56000" y1="62667" x2="56000" y2="62667"/>
                        <a14:foregroundMark x1="56000" y1="62667" x2="45778" y2="61778"/>
                        <a14:foregroundMark x1="84444" y1="85333" x2="80889" y2="80889"/>
                        <a14:foregroundMark x1="18667" y1="81333" x2="16889" y2="81333"/>
                        <a14:foregroundMark x1="18667" y1="19556" x2="18667" y2="19556"/>
                        <a14:foregroundMark x1="83556" y1="18222" x2="83556" y2="1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757675-DFB6-4B33-9701-161572571D2B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3200" kern="1200" dirty="0" smtClean="0"/>
            <a:t>ORGANIZACION</a:t>
          </a:r>
          <a:endParaRPr lang="en-US" sz="3200" kern="1200" dirty="0"/>
        </a:p>
      </dsp:txBody>
      <dsp:txXfrm>
        <a:off x="54974" y="2798862"/>
        <a:ext cx="2868750" cy="720000"/>
      </dsp:txXfrm>
    </dsp:sp>
    <dsp:sp modelId="{0E81F59E-BE24-4A43-8B4D-78AE486DB35A}">
      <dsp:nvSpPr>
        <dsp:cNvPr id="0" name=""/>
        <dsp:cNvSpPr/>
      </dsp:nvSpPr>
      <dsp:spPr>
        <a:xfrm>
          <a:off x="3985162" y="503862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6C18185-40AF-48A2-8685-C39F432C8E80}">
      <dsp:nvSpPr>
        <dsp:cNvPr id="0" name=""/>
        <dsp:cNvSpPr/>
      </dsp:nvSpPr>
      <dsp:spPr>
        <a:xfrm>
          <a:off x="4232672" y="714207"/>
          <a:ext cx="1254917" cy="1329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667" b="89778" l="9778" r="9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glow rad="228600">
            <a:schemeClr val="accent3">
              <a:satMod val="175000"/>
              <a:alpha val="40000"/>
            </a:schemeClr>
          </a:glow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D40C66-A0B4-4978-9941-A79D4CBD111B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3200" kern="1200" dirty="0" smtClean="0"/>
            <a:t>REVISION</a:t>
          </a:r>
          <a:endParaRPr lang="en-US" sz="3200" kern="1200" dirty="0"/>
        </a:p>
      </dsp:txBody>
      <dsp:txXfrm>
        <a:off x="3425756" y="2798862"/>
        <a:ext cx="2868750" cy="720000"/>
      </dsp:txXfrm>
    </dsp:sp>
    <dsp:sp modelId="{81253FDF-02A1-40D1-89CA-3EA7AF168FD7}">
      <dsp:nvSpPr>
        <dsp:cNvPr id="0" name=""/>
        <dsp:cNvSpPr/>
      </dsp:nvSpPr>
      <dsp:spPr>
        <a:xfrm>
          <a:off x="7355943" y="503862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156E8E0-9CDC-4EAB-A61D-AF474D6D9368}">
      <dsp:nvSpPr>
        <dsp:cNvPr id="0" name=""/>
        <dsp:cNvSpPr/>
      </dsp:nvSpPr>
      <dsp:spPr>
        <a:xfrm>
          <a:off x="7630131" y="776213"/>
          <a:ext cx="1201561" cy="1205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000" b="91111" l="1778" r="9777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EB68D9-2D2A-405A-A95A-F123B81445D3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3200" kern="1200" dirty="0" smtClean="0"/>
            <a:t>EJECUCION</a:t>
          </a:r>
          <a:endParaRPr lang="en-US" sz="3200" kern="1200" dirty="0"/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 xmlns="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3A52079-6997-47B8-B262-4ED5D2EA2D74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19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89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8998-10EA-455D-8FDC-3EBC7E198582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69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16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583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4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82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78FF3-85EA-48E5-8D8C-1DB156807E49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88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4F13-1676-4B68-A383-661B657F6E63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503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47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40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CB83234-995D-4149-8E1E-BC120E9070D5}" type="datetime1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89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-2455696" y="84842"/>
            <a:ext cx="1252870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Autofit/>
          </a:bodyPr>
          <a:lstStyle/>
          <a:p>
            <a:pPr algn="l"/>
            <a:r>
              <a:rPr lang="es-MX" sz="4800" b="1" dirty="0" smtClean="0">
                <a:solidFill>
                  <a:srgbClr val="FFFFFF"/>
                </a:solidFill>
              </a:rPr>
              <a:t>CURSO DE ACTUALIZACION </a:t>
            </a:r>
            <a:endParaRPr lang="en-US" sz="4800" b="1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337" r="100000">
                        <a14:foregroundMark x1="63636" y1="22941" x2="32323" y2="7059"/>
                        <a14:foregroundMark x1="43098" y1="5294" x2="69697" y2="20000"/>
                        <a14:backgroundMark x1="61616" y1="7647" x2="61616" y2="7647"/>
                        <a14:backgroundMark x1="28956" y1="2941" x2="28956" y2="2941"/>
                        <a14:backgroundMark x1="61279" y1="5294" x2="28956" y2="3529"/>
                      </a14:backgroundRemoval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6972">
            <a:off x="-266415" y="4708925"/>
            <a:ext cx="3993550" cy="2285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53" b="97934" l="0" r="99138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76" y="1789009"/>
            <a:ext cx="4041133" cy="27706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32098" y="5686917"/>
            <a:ext cx="213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>
                <a:solidFill>
                  <a:schemeClr val="bg1"/>
                </a:solidFill>
              </a:rPr>
              <a:t>BIND &amp; POST VENTA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RESPONSABILIDAD  Y COMPROMISO</a:t>
            </a:r>
            <a:endParaRPr lang="en-US" dirty="0"/>
          </a:p>
        </p:txBody>
      </p:sp>
      <p:graphicFrame>
        <p:nvGraphicFramePr>
          <p:cNvPr id="5" name="Content Placeholder 2" descr="icon SmartArt graphic placeholder">
            <a:extLst>
              <a:ext uri="{FF2B5EF4-FFF2-40B4-BE49-F238E27FC236}">
                <a16:creationId xmlns:a16="http://schemas.microsoft.com/office/drawing/2014/main" id="{E04C5C5B-F932-40FC-AD54-EE8AB0C582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148834"/>
              </p:ext>
            </p:extLst>
          </p:nvPr>
        </p:nvGraphicFramePr>
        <p:xfrm>
          <a:off x="621602" y="169164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4483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1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031" y="462668"/>
            <a:ext cx="9720072" cy="1499616"/>
          </a:xfrm>
        </p:spPr>
        <p:txBody>
          <a:bodyPr/>
          <a:lstStyle/>
          <a:p>
            <a:r>
              <a:rPr lang="es-MX" dirty="0" smtClean="0"/>
              <a:t>Se manda de esta forma el REQUEST </a:t>
            </a:r>
            <a:r>
              <a:rPr lang="es-MX" dirty="0" smtClean="0"/>
              <a:t>TO BIND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063" y="1627925"/>
            <a:ext cx="9355186" cy="38913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519244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2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DOC </a:t>
            </a:r>
            <a:r>
              <a:rPr lang="es-MX" dirty="0" smtClean="0"/>
              <a:t>ADJUNTOS EN EL REQUEST TO BIND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559" y="1963554"/>
            <a:ext cx="10858515" cy="41355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4864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3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429" y="1265898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 smtClean="0"/>
              <a:t>REVISION PERMISOS </a:t>
            </a:r>
            <a:br>
              <a:rPr lang="es-MX" dirty="0" smtClean="0"/>
            </a:br>
            <a:r>
              <a:rPr lang="es-MX" dirty="0" smtClean="0"/>
              <a:t>CREAMOS EL FOLDER PERMITS BEFORE BIND </a:t>
            </a:r>
            <a:br>
              <a:rPr lang="es-MX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194" y="1972862"/>
            <a:ext cx="9054648" cy="42041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367434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3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179" y="117224"/>
            <a:ext cx="5363736" cy="3416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94" y="135672"/>
            <a:ext cx="4831938" cy="35238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311" y="3785467"/>
            <a:ext cx="4809972" cy="29474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83" y="545338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4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8014" y="585216"/>
            <a:ext cx="9720072" cy="1499616"/>
          </a:xfrm>
        </p:spPr>
        <p:txBody>
          <a:bodyPr/>
          <a:lstStyle/>
          <a:p>
            <a:r>
              <a:rPr lang="es-MX" dirty="0" smtClean="0"/>
              <a:t>Forma correcta </a:t>
            </a:r>
            <a:r>
              <a:rPr lang="es-MX" dirty="0" err="1" smtClean="0"/>
              <a:t>dEL</a:t>
            </a:r>
            <a:r>
              <a:rPr lang="es-MX" dirty="0" smtClean="0"/>
              <a:t> </a:t>
            </a:r>
            <a:r>
              <a:rPr lang="es-MX" dirty="0"/>
              <a:t>FOLDER DE BIND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15" y="1674797"/>
            <a:ext cx="9980256" cy="42602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40538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1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997" y="1838228"/>
            <a:ext cx="10572508" cy="425698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s-ES" sz="5600" dirty="0" smtClean="0">
                <a:latin typeface="Bahnschrift" panose="020B0502040204020203" pitchFamily="34" charset="0"/>
              </a:rPr>
              <a:t>El </a:t>
            </a:r>
            <a:r>
              <a:rPr lang="es-ES" sz="5600" dirty="0">
                <a:latin typeface="Bahnschrift" panose="020B0502040204020203" pitchFamily="34" charset="0"/>
              </a:rPr>
              <a:t>folder Documentos firmados </a:t>
            </a:r>
            <a:r>
              <a:rPr lang="es-ES" sz="5600" dirty="0" smtClean="0">
                <a:latin typeface="Bahnschrift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es-ES" sz="5600" dirty="0" smtClean="0">
                <a:latin typeface="Bahnschrift" panose="020B0502040204020203" pitchFamily="34" charset="0"/>
              </a:rPr>
              <a:t>( </a:t>
            </a:r>
            <a:r>
              <a:rPr lang="es-ES" sz="5600" dirty="0">
                <a:latin typeface="Bahnschrift" panose="020B0502040204020203" pitchFamily="34" charset="0"/>
              </a:rPr>
              <a:t>Se puede guardar varios folder dentro de esta carpeta pero bien </a:t>
            </a:r>
            <a:r>
              <a:rPr lang="es-ES" sz="5600" dirty="0" smtClean="0">
                <a:latin typeface="Bahnschrift" panose="020B0502040204020203" pitchFamily="34" charset="0"/>
              </a:rPr>
              <a:t>señalado) </a:t>
            </a:r>
            <a:r>
              <a:rPr lang="es-ES" sz="11200" dirty="0">
                <a:solidFill>
                  <a:schemeClr val="accent2"/>
                </a:solidFill>
                <a:latin typeface="Bahnschrift" panose="020B0502040204020203" pitchFamily="34" charset="0"/>
              </a:rPr>
              <a:t>vendedor o </a:t>
            </a:r>
            <a:r>
              <a:rPr lang="es-ES" sz="11200" dirty="0" err="1">
                <a:solidFill>
                  <a:schemeClr val="accent2"/>
                </a:solidFill>
                <a:latin typeface="Bahnschrift" panose="020B0502040204020203" pitchFamily="34" charset="0"/>
              </a:rPr>
              <a:t>uw</a:t>
            </a:r>
            <a:r>
              <a:rPr lang="es-ES" sz="11200" dirty="0">
                <a:solidFill>
                  <a:schemeClr val="accent2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es-ES" sz="5600" dirty="0" smtClean="0">
                <a:latin typeface="Bahnschrift" panose="020B0502040204020203" pitchFamily="34" charset="0"/>
              </a:rPr>
              <a:t>Suelto </a:t>
            </a:r>
            <a:r>
              <a:rPr lang="es-ES" sz="5600" dirty="0">
                <a:latin typeface="Bahnschrift" panose="020B0502040204020203" pitchFamily="34" charset="0"/>
              </a:rPr>
              <a:t>en el folder  (solo documento de </a:t>
            </a:r>
            <a:r>
              <a:rPr lang="es-ES" sz="5600" dirty="0" err="1">
                <a:latin typeface="Bahnschrift" panose="020B0502040204020203" pitchFamily="34" charset="0"/>
              </a:rPr>
              <a:t>pdf</a:t>
            </a:r>
            <a:r>
              <a:rPr lang="es-ES" sz="5600" dirty="0">
                <a:latin typeface="Bahnschrift" panose="020B0502040204020203" pitchFamily="34" charset="0"/>
              </a:rPr>
              <a:t>, </a:t>
            </a:r>
            <a:r>
              <a:rPr lang="es-ES" sz="5600" dirty="0" err="1">
                <a:latin typeface="Bahnschrift" panose="020B0502040204020203" pitchFamily="34" charset="0"/>
              </a:rPr>
              <a:t>doc</a:t>
            </a:r>
            <a:r>
              <a:rPr lang="es-ES" sz="5600" dirty="0">
                <a:latin typeface="Bahnschrift" panose="020B0502040204020203" pitchFamily="34" charset="0"/>
              </a:rPr>
              <a:t> o foto</a:t>
            </a:r>
            <a:r>
              <a:rPr lang="es-ES" sz="5600" dirty="0" smtClean="0">
                <a:latin typeface="Bahnschrift" panose="020B0502040204020203" pitchFamily="34" charset="0"/>
              </a:rPr>
              <a:t>)  </a:t>
            </a:r>
            <a:endParaRPr lang="es-ES" sz="5600" dirty="0">
              <a:latin typeface="Bahnschrift" panose="020B0502040204020203" pitchFamily="34" charset="0"/>
            </a:endParaRPr>
          </a:p>
          <a:p>
            <a:r>
              <a:rPr lang="es-ES" sz="5600" dirty="0">
                <a:latin typeface="Bahnschrift" panose="020B0502040204020203" pitchFamily="34" charset="0"/>
              </a:rPr>
              <a:t>   a) PFA completo actualizado firmado por el </a:t>
            </a:r>
            <a:r>
              <a:rPr lang="es-ES" sz="5600" dirty="0" smtClean="0">
                <a:latin typeface="Bahnschrift" panose="020B0502040204020203" pitchFamily="34" charset="0"/>
              </a:rPr>
              <a:t>cliente – </a:t>
            </a:r>
            <a:r>
              <a:rPr lang="es-ES" sz="11200" dirty="0" smtClean="0">
                <a:solidFill>
                  <a:schemeClr val="accent2"/>
                </a:solidFill>
                <a:latin typeface="Bahnschrift" panose="020B0502040204020203" pitchFamily="34" charset="0"/>
              </a:rPr>
              <a:t>vendedor o </a:t>
            </a:r>
            <a:r>
              <a:rPr lang="es-ES" sz="11200" dirty="0" err="1" smtClean="0">
                <a:solidFill>
                  <a:schemeClr val="accent2"/>
                </a:solidFill>
                <a:latin typeface="Bahnschrift" panose="020B0502040204020203" pitchFamily="34" charset="0"/>
              </a:rPr>
              <a:t>uw</a:t>
            </a:r>
            <a:r>
              <a:rPr lang="es-ES" sz="11200" dirty="0" smtClean="0">
                <a:solidFill>
                  <a:schemeClr val="accent2"/>
                </a:solidFill>
                <a:latin typeface="Bahnschrift" panose="020B0502040204020203" pitchFamily="34" charset="0"/>
              </a:rPr>
              <a:t> </a:t>
            </a:r>
            <a:endParaRPr lang="es-ES" sz="11200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r>
              <a:rPr lang="es-ES" sz="5600" dirty="0">
                <a:latin typeface="Bahnschrift" panose="020B0502040204020203" pitchFamily="34" charset="0"/>
              </a:rPr>
              <a:t>   b) </a:t>
            </a:r>
            <a:r>
              <a:rPr lang="es-ES" sz="5600" dirty="0" err="1">
                <a:latin typeface="Bahnschrift" panose="020B0502040204020203" pitchFamily="34" charset="0"/>
              </a:rPr>
              <a:t>Amount</a:t>
            </a:r>
            <a:r>
              <a:rPr lang="es-ES" sz="5600" dirty="0">
                <a:latin typeface="Bahnschrift" panose="020B0502040204020203" pitchFamily="34" charset="0"/>
              </a:rPr>
              <a:t> </a:t>
            </a:r>
            <a:r>
              <a:rPr lang="es-ES" sz="5600" dirty="0" err="1">
                <a:latin typeface="Bahnschrift" panose="020B0502040204020203" pitchFamily="34" charset="0"/>
              </a:rPr>
              <a:t>finance</a:t>
            </a:r>
            <a:r>
              <a:rPr lang="es-ES" sz="5600" dirty="0">
                <a:latin typeface="Bahnschrift" panose="020B0502040204020203" pitchFamily="34" charset="0"/>
              </a:rPr>
              <a:t> a utilizar</a:t>
            </a:r>
          </a:p>
          <a:p>
            <a:r>
              <a:rPr lang="es-ES" sz="5600" dirty="0">
                <a:latin typeface="Bahnschrift" panose="020B0502040204020203" pitchFamily="34" charset="0"/>
              </a:rPr>
              <a:t>   c) Cuotas </a:t>
            </a:r>
            <a:r>
              <a:rPr lang="es-ES" sz="5600" dirty="0" smtClean="0">
                <a:latin typeface="Bahnschrift" panose="020B0502040204020203" pitchFamily="34" charset="0"/>
              </a:rPr>
              <a:t>utilizadas ( </a:t>
            </a:r>
            <a:r>
              <a:rPr lang="es-ES" sz="5600" dirty="0" err="1" smtClean="0">
                <a:latin typeface="Bahnschrift" panose="020B0502040204020203" pitchFamily="34" charset="0"/>
              </a:rPr>
              <a:t>binders</a:t>
            </a:r>
            <a:r>
              <a:rPr lang="es-ES" sz="5600" dirty="0" smtClean="0">
                <a:latin typeface="Bahnschrift" panose="020B0502040204020203" pitchFamily="34" charset="0"/>
              </a:rPr>
              <a:t> llenos son los que se mandan para la activación) </a:t>
            </a:r>
            <a:endParaRPr lang="es-ES" sz="5600" dirty="0">
              <a:latin typeface="Bahnschrift" panose="020B0502040204020203" pitchFamily="34" charset="0"/>
            </a:endParaRPr>
          </a:p>
          <a:p>
            <a:r>
              <a:rPr lang="es-ES" sz="5600" dirty="0">
                <a:latin typeface="Bahnschrift" panose="020B0502040204020203" pitchFamily="34" charset="0"/>
              </a:rPr>
              <a:t>   d) Pago realizado a MGA (</a:t>
            </a:r>
            <a:r>
              <a:rPr lang="es-ES" sz="5600" dirty="0" err="1">
                <a:latin typeface="Bahnschrift" panose="020B0502040204020203" pitchFamily="34" charset="0"/>
              </a:rPr>
              <a:t>Treaty</a:t>
            </a:r>
            <a:r>
              <a:rPr lang="es-ES" sz="5600" dirty="0">
                <a:latin typeface="Bahnschrift" panose="020B0502040204020203" pitchFamily="34" charset="0"/>
              </a:rPr>
              <a:t>, Paramount, Brazos, ONE 80)</a:t>
            </a:r>
          </a:p>
          <a:p>
            <a:pPr marL="0" indent="0">
              <a:buNone/>
            </a:pPr>
            <a:r>
              <a:rPr lang="es-ES" sz="5600" dirty="0" smtClean="0">
                <a:latin typeface="Bahnschrift" panose="020B0502040204020203" pitchFamily="34" charset="0"/>
              </a:rPr>
              <a:t>PFA </a:t>
            </a:r>
            <a:r>
              <a:rPr lang="es-ES" sz="5600" dirty="0" err="1" smtClean="0">
                <a:latin typeface="Bahnschrift" panose="020B0502040204020203" pitchFamily="34" charset="0"/>
              </a:rPr>
              <a:t>Update</a:t>
            </a:r>
            <a:r>
              <a:rPr lang="es-ES" sz="5600" dirty="0" smtClean="0">
                <a:latin typeface="Bahnschrift" panose="020B0502040204020203" pitchFamily="34" charset="0"/>
              </a:rPr>
              <a:t>  - </a:t>
            </a:r>
            <a:r>
              <a:rPr lang="es-ES" sz="12800" dirty="0" smtClean="0">
                <a:solidFill>
                  <a:schemeClr val="accent2"/>
                </a:solidFill>
                <a:latin typeface="Bahnschrift" panose="020B0502040204020203" pitchFamily="34" charset="0"/>
              </a:rPr>
              <a:t>por Rafael </a:t>
            </a:r>
            <a:endParaRPr lang="es-ES" sz="12800" dirty="0">
              <a:solidFill>
                <a:schemeClr val="accent2"/>
              </a:solidFill>
              <a:latin typeface="Bahnschrift" panose="020B0502040204020203" pitchFamily="34" charset="0"/>
            </a:endParaRPr>
          </a:p>
          <a:p>
            <a:r>
              <a:rPr lang="es-ES" sz="5600" dirty="0">
                <a:latin typeface="Bahnschrift" panose="020B0502040204020203" pitchFamily="34" charset="0"/>
              </a:rPr>
              <a:t>     </a:t>
            </a:r>
            <a:r>
              <a:rPr lang="es-ES" sz="5600" dirty="0" err="1">
                <a:latin typeface="Bahnschrift" panose="020B0502040204020203" pitchFamily="34" charset="0"/>
              </a:rPr>
              <a:t>Amount</a:t>
            </a:r>
            <a:r>
              <a:rPr lang="es-ES" sz="5600" dirty="0">
                <a:latin typeface="Bahnschrift" panose="020B0502040204020203" pitchFamily="34" charset="0"/>
              </a:rPr>
              <a:t> </a:t>
            </a:r>
            <a:r>
              <a:rPr lang="es-ES" sz="5600" dirty="0" err="1">
                <a:latin typeface="Bahnschrift" panose="020B0502040204020203" pitchFamily="34" charset="0"/>
              </a:rPr>
              <a:t>Finance</a:t>
            </a:r>
            <a:r>
              <a:rPr lang="es-ES" sz="5600" dirty="0">
                <a:latin typeface="Bahnschrift" panose="020B0502040204020203" pitchFamily="34" charset="0"/>
              </a:rPr>
              <a:t> </a:t>
            </a:r>
            <a:r>
              <a:rPr lang="es-ES" sz="5600" dirty="0" err="1">
                <a:latin typeface="Bahnschrift" panose="020B0502040204020203" pitchFamily="34" charset="0"/>
              </a:rPr>
              <a:t>Update</a:t>
            </a:r>
            <a:endParaRPr lang="es-ES" sz="5600" dirty="0">
              <a:latin typeface="Bahnschrift" panose="020B0502040204020203" pitchFamily="34" charset="0"/>
            </a:endParaRPr>
          </a:p>
          <a:p>
            <a:r>
              <a:rPr lang="es-ES" sz="5600" dirty="0">
                <a:latin typeface="Bahnschrift" panose="020B0502040204020203" pitchFamily="34" charset="0"/>
              </a:rPr>
              <a:t>     PFA </a:t>
            </a:r>
            <a:r>
              <a:rPr lang="es-ES" sz="5600" dirty="0" err="1">
                <a:latin typeface="Bahnschrift" panose="020B0502040204020203" pitchFamily="34" charset="0"/>
              </a:rPr>
              <a:t>Founded</a:t>
            </a:r>
            <a:endParaRPr lang="es-ES" sz="56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endParaRPr lang="es-ES" sz="5600" dirty="0"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es-ES" sz="8000" b="1" dirty="0" smtClean="0">
                <a:latin typeface="Bahnschrift" panose="020B0502040204020203" pitchFamily="34" charset="0"/>
              </a:rPr>
              <a:t>*****Esto </a:t>
            </a:r>
            <a:r>
              <a:rPr lang="es-ES" sz="8000" b="1" dirty="0">
                <a:latin typeface="Bahnschrift" panose="020B0502040204020203" pitchFamily="34" charset="0"/>
              </a:rPr>
              <a:t>ayudará a la organización y posterior revisión de las </a:t>
            </a:r>
            <a:r>
              <a:rPr lang="es-ES" sz="8000" b="1" dirty="0" smtClean="0">
                <a:latin typeface="Bahnschrift" panose="020B0502040204020203" pitchFamily="34" charset="0"/>
              </a:rPr>
              <a:t>pólizas****</a:t>
            </a:r>
            <a:endParaRPr lang="es-ES" sz="8000" b="1" dirty="0">
              <a:latin typeface="Bahnschrift" panose="020B0502040204020203" pitchFamily="34" charset="0"/>
            </a:endParaRPr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2644" y="991403"/>
            <a:ext cx="8554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/>
              <a:t>ORGANIZACIÓN EN EL FOLDER DE BIND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408138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1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Que REVISAMOS </a:t>
            </a:r>
            <a:r>
              <a:rPr lang="es-MX" dirty="0" smtClean="0"/>
              <a:t>PFA Y PAGO DEL </a:t>
            </a:r>
            <a:r>
              <a:rPr lang="es-MX" dirty="0" smtClean="0"/>
              <a:t>CLIENTE?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287" y="1880647"/>
            <a:ext cx="9720073" cy="4023360"/>
          </a:xfrm>
        </p:spPr>
        <p:txBody>
          <a:bodyPr>
            <a:normAutofit/>
          </a:bodyPr>
          <a:lstStyle/>
          <a:p>
            <a:r>
              <a:rPr lang="es-MX" dirty="0" smtClean="0"/>
              <a:t>Los montos deben coincidir , coberturas , </a:t>
            </a:r>
            <a:r>
              <a:rPr lang="es-MX" dirty="0" err="1" smtClean="0"/>
              <a:t>carrier</a:t>
            </a:r>
            <a:r>
              <a:rPr lang="es-MX" dirty="0" smtClean="0"/>
              <a:t> </a:t>
            </a:r>
            <a:r>
              <a:rPr lang="es-MX" dirty="0" err="1" smtClean="0"/>
              <a:t>name</a:t>
            </a:r>
            <a:r>
              <a:rPr lang="es-MX" dirty="0" smtClean="0"/>
              <a:t>, </a:t>
            </a:r>
            <a:r>
              <a:rPr lang="es-MX" dirty="0" err="1" smtClean="0"/>
              <a:t>mga</a:t>
            </a:r>
            <a:r>
              <a:rPr lang="es-MX" dirty="0" smtClean="0"/>
              <a:t>  </a:t>
            </a:r>
          </a:p>
          <a:p>
            <a:r>
              <a:rPr lang="es-MX" dirty="0" smtClean="0"/>
              <a:t>El </a:t>
            </a:r>
            <a:r>
              <a:rPr lang="es-MX" dirty="0" err="1" smtClean="0"/>
              <a:t>down</a:t>
            </a:r>
            <a:r>
              <a:rPr lang="es-MX" dirty="0" smtClean="0"/>
              <a:t> debe coincidir con lo que esta en el </a:t>
            </a:r>
            <a:r>
              <a:rPr lang="es-MX" dirty="0" err="1" smtClean="0"/>
              <a:t>invoice</a:t>
            </a:r>
            <a:r>
              <a:rPr lang="es-MX" dirty="0" smtClean="0"/>
              <a:t> </a:t>
            </a:r>
          </a:p>
          <a:p>
            <a:endParaRPr lang="es-MX" dirty="0" smtClean="0"/>
          </a:p>
          <a:p>
            <a:r>
              <a:rPr lang="es-MX" dirty="0" smtClean="0">
                <a:solidFill>
                  <a:srgbClr val="FF0000"/>
                </a:solidFill>
              </a:rPr>
              <a:t>El </a:t>
            </a:r>
            <a:r>
              <a:rPr lang="es-MX" dirty="0" err="1" smtClean="0">
                <a:solidFill>
                  <a:srgbClr val="FF0000"/>
                </a:solidFill>
              </a:rPr>
              <a:t>invoice</a:t>
            </a:r>
            <a:r>
              <a:rPr lang="es-MX" dirty="0" smtClean="0">
                <a:solidFill>
                  <a:srgbClr val="FF0000"/>
                </a:solidFill>
              </a:rPr>
              <a:t> tiene que estar guardado en el folder antes de activar </a:t>
            </a:r>
          </a:p>
          <a:p>
            <a:endParaRPr lang="es-MX" dirty="0"/>
          </a:p>
          <a:p>
            <a:endParaRPr lang="es-MX" dirty="0" smtClean="0"/>
          </a:p>
          <a:p>
            <a:pPr marL="0" indent="0">
              <a:buNone/>
            </a:pPr>
            <a:endParaRPr lang="es-MX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3975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6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BINDER </a:t>
            </a:r>
            <a:r>
              <a:rPr lang="es-MX" dirty="0" smtClean="0"/>
              <a:t>QUE ESTE LLENO Y FIRMADO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DEBEMOS VERIFICAR QUE LOS DOC ESPECIALES EN CASO QUE SEAN REQUERIDOS DEBEMOS TENERLOS A LA HORA DE BIND</a:t>
            </a:r>
          </a:p>
          <a:p>
            <a:endParaRPr lang="es-MX" dirty="0"/>
          </a:p>
          <a:p>
            <a:r>
              <a:rPr lang="es-MX" dirty="0" smtClean="0"/>
              <a:t>CONTRATOS, PLAN DE MANTENIMIENTO, MECANICAL INSPECTION , </a:t>
            </a:r>
          </a:p>
          <a:p>
            <a:r>
              <a:rPr lang="es-MX" dirty="0" smtClean="0"/>
              <a:t>Yardas , PRUEBAS DE ASEGURANZA PREVIAS, CARTAS DE NO TXDMV ETC ,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37" y="53975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6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5061440"/>
          </a:xfrm>
        </p:spPr>
        <p:txBody>
          <a:bodyPr/>
          <a:lstStyle/>
          <a:p>
            <a:r>
              <a:rPr lang="es-MX" dirty="0" smtClean="0"/>
              <a:t>COPIAR A RAFA LUEGO DE ENVIAR EL BIND, </a:t>
            </a:r>
            <a:r>
              <a:rPr lang="es-MX" dirty="0" smtClean="0"/>
              <a:t>y también al pendiente que lo mande a </a:t>
            </a:r>
            <a:r>
              <a:rPr lang="es-MX" dirty="0" err="1" smtClean="0"/>
              <a:t>founding</a:t>
            </a:r>
            <a:r>
              <a:rPr lang="es-MX" dirty="0" smtClean="0"/>
              <a:t> en caso necesario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37" y="5468627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9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Servicio post venta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866507"/>
            <a:ext cx="9720073" cy="4442853"/>
          </a:xfrm>
        </p:spPr>
        <p:txBody>
          <a:bodyPr/>
          <a:lstStyle/>
          <a:p>
            <a:pPr marL="0" indent="0">
              <a:buNone/>
            </a:pPr>
            <a:r>
              <a:rPr lang="es-MX" sz="1600" dirty="0" smtClean="0"/>
              <a:t>-</a:t>
            </a:r>
            <a:r>
              <a:rPr lang="es-MX" sz="1600" dirty="0" smtClean="0"/>
              <a:t>Somos responsables de verificar que lleguen cada </a:t>
            </a:r>
            <a:r>
              <a:rPr lang="es-MX" sz="1600" dirty="0" err="1" smtClean="0"/>
              <a:t>poliza</a:t>
            </a:r>
            <a:r>
              <a:rPr lang="es-MX" sz="1600" dirty="0" smtClean="0"/>
              <a:t> que se solicito </a:t>
            </a:r>
          </a:p>
          <a:p>
            <a:r>
              <a:rPr lang="es-MX" sz="1600" dirty="0" smtClean="0"/>
              <a:t>revisar </a:t>
            </a:r>
            <a:r>
              <a:rPr lang="es-MX" sz="1600" dirty="0" err="1" smtClean="0"/>
              <a:t>fillings</a:t>
            </a:r>
            <a:r>
              <a:rPr lang="es-MX" sz="1600" dirty="0" smtClean="0"/>
              <a:t>, verificar unidades choferes </a:t>
            </a:r>
          </a:p>
          <a:p>
            <a:r>
              <a:rPr lang="es-MX" sz="1600" dirty="0" smtClean="0"/>
              <a:t>Coberturas comodidades valores precios </a:t>
            </a:r>
            <a:endParaRPr lang="es-MX" sz="1600" dirty="0"/>
          </a:p>
          <a:p>
            <a:r>
              <a:rPr lang="es-MX" dirty="0" smtClean="0"/>
              <a:t>- revisar que estén </a:t>
            </a:r>
            <a:r>
              <a:rPr lang="es-MX" dirty="0" err="1" smtClean="0"/>
              <a:t>founding</a:t>
            </a:r>
            <a:r>
              <a:rPr lang="es-MX" dirty="0" smtClean="0"/>
              <a:t> </a:t>
            </a:r>
            <a:r>
              <a:rPr lang="es-MX" dirty="0" smtClean="0"/>
              <a:t>(con Rafael )</a:t>
            </a:r>
            <a:endParaRPr lang="es-MX" dirty="0" smtClean="0"/>
          </a:p>
          <a:p>
            <a:r>
              <a:rPr lang="es-MX" dirty="0" smtClean="0"/>
              <a:t>-Mandar la Schedule de pagos </a:t>
            </a:r>
            <a:r>
              <a:rPr lang="es-MX" dirty="0"/>
              <a:t> </a:t>
            </a:r>
            <a:r>
              <a:rPr lang="es-MX" dirty="0" smtClean="0"/>
              <a:t>al </a:t>
            </a:r>
            <a:r>
              <a:rPr lang="es-MX" dirty="0" smtClean="0"/>
              <a:t>cliente </a:t>
            </a:r>
          </a:p>
          <a:p>
            <a:r>
              <a:rPr lang="es-MX" dirty="0" smtClean="0"/>
              <a:t>Esto se manda luego que este </a:t>
            </a:r>
            <a:r>
              <a:rPr lang="es-MX" dirty="0" err="1" smtClean="0"/>
              <a:t>founding</a:t>
            </a:r>
            <a:r>
              <a:rPr lang="es-MX" dirty="0" smtClean="0"/>
              <a:t> a los 5 días que se activo la </a:t>
            </a:r>
            <a:r>
              <a:rPr lang="es-MX" dirty="0" err="1" smtClean="0"/>
              <a:t>poliza</a:t>
            </a:r>
            <a:r>
              <a:rPr lang="es-MX" dirty="0" smtClean="0"/>
              <a:t> </a:t>
            </a:r>
          </a:p>
          <a:p>
            <a:endParaRPr lang="es-MX" dirty="0" smtClean="0"/>
          </a:p>
          <a:p>
            <a:r>
              <a:rPr lang="es-MX" dirty="0" smtClean="0"/>
              <a:t>-Correo de bienvenida </a:t>
            </a:r>
            <a:r>
              <a:rPr lang="es-MX" dirty="0" smtClean="0"/>
              <a:t>, se manda al momento del COI </a:t>
            </a:r>
          </a:p>
          <a:p>
            <a:endParaRPr lang="es-MX" dirty="0" smtClean="0"/>
          </a:p>
          <a:p>
            <a:endParaRPr lang="es-MX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37" y="53848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4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287" y="98227"/>
            <a:ext cx="9720072" cy="1499616"/>
          </a:xfrm>
        </p:spPr>
        <p:txBody>
          <a:bodyPr/>
          <a:lstStyle/>
          <a:p>
            <a:r>
              <a:rPr lang="es-MX" dirty="0" err="1" smtClean="0"/>
              <a:t>Qeo</a:t>
            </a:r>
            <a:r>
              <a:rPr lang="es-MX" dirty="0" smtClean="0"/>
              <a:t>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286" y="1088795"/>
            <a:ext cx="9720073" cy="4023360"/>
          </a:xfrm>
        </p:spPr>
        <p:txBody>
          <a:bodyPr/>
          <a:lstStyle/>
          <a:p>
            <a:r>
              <a:rPr lang="es-MX" dirty="0" smtClean="0"/>
              <a:t>Preparar con el cliente estos temas </a:t>
            </a:r>
            <a:endParaRPr lang="es-MX" dirty="0" smtClean="0"/>
          </a:p>
          <a:p>
            <a:r>
              <a:rPr lang="es-MX" dirty="0" err="1" smtClean="0"/>
              <a:t>Inspection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Accord</a:t>
            </a:r>
            <a:r>
              <a:rPr lang="es-MX" dirty="0" smtClean="0"/>
              <a:t> / SON PAPELES QUE SE DEBEN LLENAR DEL CLIENTE</a:t>
            </a:r>
          </a:p>
          <a:p>
            <a:r>
              <a:rPr lang="es-MX" dirty="0" err="1" smtClean="0"/>
              <a:t>Camaras</a:t>
            </a:r>
            <a:endParaRPr lang="es-MX" dirty="0" smtClean="0"/>
          </a:p>
          <a:p>
            <a:endParaRPr lang="es-MX" dirty="0" smtClean="0"/>
          </a:p>
          <a:p>
            <a:pPr marL="0" indent="0">
              <a:buNone/>
            </a:pPr>
            <a:endParaRPr lang="es-MX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37" y="5384800"/>
            <a:ext cx="2828925" cy="1619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70" y="3394252"/>
            <a:ext cx="6709804" cy="3137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3872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Tiempos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-recordemos que Paramount </a:t>
            </a:r>
            <a:r>
              <a:rPr lang="es-MX" dirty="0" err="1" smtClean="0"/>
              <a:t>binder</a:t>
            </a:r>
            <a:r>
              <a:rPr lang="es-MX" dirty="0" smtClean="0"/>
              <a:t> el mismo </a:t>
            </a:r>
            <a:r>
              <a:rPr lang="es-MX" dirty="0" err="1" smtClean="0"/>
              <a:t>dia</a:t>
            </a:r>
            <a:r>
              <a:rPr lang="es-MX" dirty="0" smtClean="0"/>
              <a:t> antes de las 2pm  hora central</a:t>
            </a:r>
          </a:p>
          <a:p>
            <a:pPr>
              <a:buFontTx/>
              <a:buChar char="-"/>
            </a:pPr>
            <a:r>
              <a:rPr lang="es-MX" dirty="0" err="1" smtClean="0"/>
              <a:t>Binders</a:t>
            </a:r>
            <a:r>
              <a:rPr lang="es-MX" dirty="0" smtClean="0"/>
              <a:t> recibidos antes de las 5 pm  serán para el mismo </a:t>
            </a:r>
            <a:r>
              <a:rPr lang="es-MX" dirty="0" err="1" smtClean="0"/>
              <a:t>dia</a:t>
            </a:r>
            <a:r>
              <a:rPr lang="es-MX" dirty="0" smtClean="0"/>
              <a:t> </a:t>
            </a:r>
          </a:p>
          <a:p>
            <a:pPr>
              <a:buFontTx/>
              <a:buChar char="-"/>
            </a:pPr>
            <a:r>
              <a:rPr lang="es-MX" dirty="0" smtClean="0"/>
              <a:t>Es posible </a:t>
            </a:r>
            <a:r>
              <a:rPr lang="es-MX" dirty="0" err="1" smtClean="0"/>
              <a:t>bindear</a:t>
            </a:r>
            <a:r>
              <a:rPr lang="es-MX" dirty="0" smtClean="0"/>
              <a:t> después de ese horario pero tratemos que no para no atrasarnos </a:t>
            </a:r>
          </a:p>
          <a:p>
            <a:pPr>
              <a:buFontTx/>
              <a:buChar char="-"/>
            </a:pPr>
            <a:r>
              <a:rPr lang="es-MX" dirty="0" smtClean="0"/>
              <a:t>24 horas después de mandar el </a:t>
            </a:r>
            <a:r>
              <a:rPr lang="es-MX" dirty="0" err="1" smtClean="0"/>
              <a:t>binder</a:t>
            </a:r>
            <a:r>
              <a:rPr lang="es-MX" dirty="0" smtClean="0"/>
              <a:t> se solicita </a:t>
            </a:r>
            <a:r>
              <a:rPr lang="es-MX" dirty="0" err="1" smtClean="0"/>
              <a:t>update</a:t>
            </a:r>
            <a:r>
              <a:rPr lang="es-MX" dirty="0" smtClean="0"/>
              <a:t> para numero de </a:t>
            </a:r>
            <a:r>
              <a:rPr lang="es-MX" dirty="0" err="1" smtClean="0"/>
              <a:t>poliza</a:t>
            </a:r>
            <a:r>
              <a:rPr lang="es-MX" dirty="0" smtClean="0"/>
              <a:t> </a:t>
            </a:r>
          </a:p>
          <a:p>
            <a:pPr>
              <a:buFontTx/>
              <a:buChar char="-"/>
            </a:pPr>
            <a:endParaRPr lang="es-MX" dirty="0"/>
          </a:p>
          <a:p>
            <a:pPr>
              <a:buFontTx/>
              <a:buChar char="-"/>
            </a:pPr>
            <a:endParaRPr lang="es-MX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3848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3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Recordatorios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-mandar fotos unidades o licencias siempre en </a:t>
            </a:r>
            <a:r>
              <a:rPr lang="es-MX" dirty="0" err="1" smtClean="0"/>
              <a:t>pdf</a:t>
            </a:r>
            <a:endParaRPr lang="es-MX" dirty="0" smtClean="0"/>
          </a:p>
          <a:p>
            <a:r>
              <a:rPr lang="es-MX" dirty="0" smtClean="0"/>
              <a:t>-no solicitar </a:t>
            </a:r>
            <a:r>
              <a:rPr lang="es-MX" dirty="0" err="1" smtClean="0"/>
              <a:t>update</a:t>
            </a:r>
            <a:r>
              <a:rPr lang="es-MX" dirty="0" smtClean="0"/>
              <a:t> </a:t>
            </a:r>
            <a:r>
              <a:rPr lang="es-MX" dirty="0" err="1" smtClean="0"/>
              <a:t>via</a:t>
            </a:r>
            <a:r>
              <a:rPr lang="es-MX" dirty="0" smtClean="0"/>
              <a:t> </a:t>
            </a:r>
            <a:r>
              <a:rPr lang="es-MX" dirty="0" err="1" smtClean="0"/>
              <a:t>whatsapp</a:t>
            </a:r>
            <a:r>
              <a:rPr lang="es-MX" dirty="0" smtClean="0"/>
              <a:t> ni cambios ni nada ya que si se hace por email es mejor para tener evidencias de las actualizaciones que surjan </a:t>
            </a:r>
          </a:p>
          <a:p>
            <a:endParaRPr lang="es-MX" dirty="0"/>
          </a:p>
          <a:p>
            <a:endParaRPr lang="es-MX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353" b="88235" l="1684" r="98990">
                        <a14:foregroundMark x1="28956" y1="33529" x2="12121" y2="32353"/>
                        <a14:foregroundMark x1="5051" y1="47647" x2="7744" y2="47647"/>
                        <a14:foregroundMark x1="70707" y1="42941" x2="83502" y2="42353"/>
                        <a14:foregroundMark x1="81818" y1="40588" x2="85185" y2="40000"/>
                        <a14:foregroundMark x1="82828" y1="40000" x2="83165" y2="40000"/>
                        <a14:foregroundMark x1="85522" y1="48235" x2="96296" y2="47059"/>
                        <a14:foregroundMark x1="5387" y1="46471" x2="5387" y2="46471"/>
                        <a14:foregroundMark x1="6061" y1="44118" x2="6061" y2="44118"/>
                        <a14:foregroundMark x1="84512" y1="37059" x2="84512" y2="370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075" y="5384800"/>
            <a:ext cx="282892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5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9A38F-9A2C-42E5-9013-4C4B1FFCB4F6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16c05727-aa75-4e4a-9b5f-8a80a1165891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357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Bahnschrift</vt:lpstr>
      <vt:lpstr>Calibri</vt:lpstr>
      <vt:lpstr>Tw Cen MT</vt:lpstr>
      <vt:lpstr>Tw Cen MT Condensed</vt:lpstr>
      <vt:lpstr>Wingdings 3</vt:lpstr>
      <vt:lpstr>Integral</vt:lpstr>
      <vt:lpstr>CURSO DE ACTUALIZACION </vt:lpstr>
      <vt:lpstr>RESPONSABILIDAD  Y COMPROMISO</vt:lpstr>
      <vt:lpstr>Se manda de esta forma el REQUEST TO BIND </vt:lpstr>
      <vt:lpstr>DOC ADJUNTOS EN EL REQUEST TO BIND </vt:lpstr>
      <vt:lpstr>REVISION PERMISOS  CREAMOS EL FOLDER PERMITS BEFORE BIND  </vt:lpstr>
      <vt:lpstr>PowerPoint Presentation</vt:lpstr>
      <vt:lpstr>Forma correcta dEL FOLDER DE BIND</vt:lpstr>
      <vt:lpstr>PowerPoint Presentation</vt:lpstr>
      <vt:lpstr>Que REVISAMOS PFA Y PAGO DEL CLIENTE? </vt:lpstr>
      <vt:lpstr>BINDER QUE ESTE LLENO Y FIRMADO </vt:lpstr>
      <vt:lpstr>COPIAR A RAFA LUEGO DE ENVIAR EL BIND, y también al pendiente que lo mande a founding en caso necesario</vt:lpstr>
      <vt:lpstr>Servicio post venta </vt:lpstr>
      <vt:lpstr>Qeo  </vt:lpstr>
      <vt:lpstr>Tiempos </vt:lpstr>
      <vt:lpstr>Recordatorios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2025-02-07T19:18:52Z</dcterms:created>
  <dcterms:modified xsi:type="dcterms:W3CDTF">2025-10-16T17:33:59Z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