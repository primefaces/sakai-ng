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61" r:id="rId3"/>
    <p:sldId id="263" r:id="rId4"/>
    <p:sldId id="260" r:id="rId5"/>
    <p:sldId id="257" r:id="rId6"/>
    <p:sldId id="259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24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1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4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1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51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61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61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9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5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87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225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CRC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Non Fleet Markets</a:t>
            </a:r>
            <a:endParaRPr lang="en-US" dirty="0"/>
          </a:p>
          <a:p>
            <a:r>
              <a:rPr lang="en-US" dirty="0"/>
              <a:t>Northland – Ark, </a:t>
            </a:r>
            <a:r>
              <a:rPr lang="en-US" dirty="0" err="1"/>
              <a:t>Kan</a:t>
            </a:r>
            <a:r>
              <a:rPr lang="en-US" dirty="0"/>
              <a:t>, MO, NM, OK, </a:t>
            </a:r>
            <a:r>
              <a:rPr lang="en-US" dirty="0" err="1"/>
              <a:t>Tenn</a:t>
            </a:r>
            <a:r>
              <a:rPr lang="en-US" dirty="0"/>
              <a:t>, and TX</a:t>
            </a:r>
          </a:p>
          <a:p>
            <a:r>
              <a:rPr lang="en-US" dirty="0"/>
              <a:t>IAT- Ark, </a:t>
            </a:r>
            <a:r>
              <a:rPr lang="en-US" dirty="0" err="1"/>
              <a:t>Kan</a:t>
            </a:r>
            <a:r>
              <a:rPr lang="en-US" dirty="0"/>
              <a:t>, LA, MO, NM, OK, </a:t>
            </a:r>
            <a:r>
              <a:rPr lang="en-US" dirty="0" err="1"/>
              <a:t>Tenn</a:t>
            </a:r>
            <a:r>
              <a:rPr lang="en-US" dirty="0"/>
              <a:t>, and TX</a:t>
            </a:r>
          </a:p>
          <a:p>
            <a:r>
              <a:rPr lang="en-US" dirty="0"/>
              <a:t>Berkley – Midwest, Southeast, TX</a:t>
            </a:r>
          </a:p>
          <a:p>
            <a:r>
              <a:rPr lang="en-US" dirty="0"/>
              <a:t>NICO- all states</a:t>
            </a:r>
          </a:p>
          <a:p>
            <a:r>
              <a:rPr lang="en-US" dirty="0"/>
              <a:t>C&amp;F- all states</a:t>
            </a:r>
          </a:p>
          <a:p>
            <a:r>
              <a:rPr lang="en-US" dirty="0" err="1"/>
              <a:t>Coverwhale</a:t>
            </a:r>
            <a:r>
              <a:rPr lang="en-US" dirty="0"/>
              <a:t> – all </a:t>
            </a:r>
            <a:r>
              <a:rPr lang="en-US" dirty="0" smtClean="0"/>
              <a:t>states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1-25 power units, 1 or less CAB alert, 2+ years in business, good loss history,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718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LIABILITY </a:t>
            </a:r>
          </a:p>
          <a:p>
            <a:r>
              <a:rPr lang="en-US" dirty="0" smtClean="0"/>
              <a:t>CARGO </a:t>
            </a:r>
          </a:p>
          <a:p>
            <a:r>
              <a:rPr lang="en-US" dirty="0" smtClean="0"/>
              <a:t>PD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dry van, reefer or flatbed commodities via truck tractor (hotshot gets tougher)</a:t>
            </a:r>
            <a:endParaRPr lang="en-US" dirty="0"/>
          </a:p>
          <a:p>
            <a:pPr lvl="0"/>
            <a:r>
              <a:rPr lang="en-US" b="1" u="sng" dirty="0"/>
              <a:t>Target pricing, AL: $9-12k per unit, </a:t>
            </a:r>
            <a:r>
              <a:rPr lang="en-US" b="1" u="sng" dirty="0" err="1"/>
              <a:t>Pkg</a:t>
            </a:r>
            <a:r>
              <a:rPr lang="en-US" b="1" u="sng" dirty="0"/>
              <a:t>: $12-15k per unit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25-65 YEARS</a:t>
            </a:r>
          </a:p>
          <a:p>
            <a:endParaRPr lang="en-US" dirty="0"/>
          </a:p>
          <a:p>
            <a:r>
              <a:rPr lang="en-US" dirty="0" smtClean="0"/>
              <a:t>+ 2 YOE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9</TotalTime>
  <Words>125</Words>
  <Application>Microsoft Office PowerPoint</Application>
  <PresentationFormat>Widescreen</PresentationFormat>
  <Paragraphs>23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 Light</vt:lpstr>
      <vt:lpstr>Rockwell</vt:lpstr>
      <vt:lpstr>Wingdings</vt:lpstr>
      <vt:lpstr>Atlas</vt:lpstr>
      <vt:lpstr>CRC</vt:lpstr>
      <vt:lpstr>CARRIER </vt:lpstr>
      <vt:lpstr>IMPORTANTE</vt:lpstr>
      <vt:lpstr>COBERTURAS</vt:lpstr>
      <vt:lpstr>TIPO DE NEGOCIO</vt:lpstr>
      <vt:lpstr>Drivers / unidades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3</cp:revision>
  <dcterms:created xsi:type="dcterms:W3CDTF">2025-10-10T19:04:32Z</dcterms:created>
  <dcterms:modified xsi:type="dcterms:W3CDTF">2025-10-14T20:14:12Z</dcterms:modified>
</cp:coreProperties>
</file>