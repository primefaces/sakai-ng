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9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58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16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7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0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0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2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0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08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BRECHT &amp; ASSOCIATES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utoShape 2" descr="https://mail.google.com/mail/u/2?ui=2&amp;ik=4a875fe444&amp;attid=0.0.2&amp;permmsgid=msg-f:1845619037543412033&amp;th=199cf4bc73793141&amp;view=fimg&amp;fur=ip&amp;permmsgid=msg-f:1845619037543412033&amp;sz=s0-l75-ft&amp;attbid=ANGjdJ8XLSUkwqbc59kjp6_T4d1NPn6c8_Vjkg_Ax0Cu4x91NDsHs_U19lYAoKdjoQp7-UK0CrVs8HSN0yGVXoF8Ajuv8Xo7GsE_kATEk4crQyNlfCw7p-e4hyeNHyU&amp;disp=emb&amp;z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ttps://mail.google.com/mail/u/2?ui=2&amp;ik=4a875fe444&amp;attid=0.0.2&amp;permmsgid=msg-f:1845619037543412033&amp;th=199cf4bc73793141&amp;view=fimg&amp;fur=ip&amp;permmsgid=msg-f:1845619037543412033&amp;sz=s0-l75-ft&amp;attbid=ANGjdJ8XLSUkwqbc59kjp6_T4d1NPn6c8_Vjkg_Ax0Cu4x91NDsHs_U19lYAoKdjoQp7-UK0CrVs8HSN0yGVXoF8Ajuv8Xo7GsE_kATEk4crQyNlfCw7p-e4hyeNHyU&amp;disp=emb&amp;zw"/>
          <p:cNvSpPr>
            <a:spLocks noChangeAspect="1" noChangeArrowheads="1"/>
          </p:cNvSpPr>
          <p:nvPr/>
        </p:nvSpPr>
        <p:spPr bwMode="auto">
          <a:xfrm>
            <a:off x="307974" y="7937"/>
            <a:ext cx="4711065" cy="471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042" y="50495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CANAL </a:t>
            </a:r>
          </a:p>
          <a:p>
            <a:r>
              <a:rPr lang="es-MX" dirty="0" smtClean="0"/>
              <a:t>WHILSIRE</a:t>
            </a:r>
          </a:p>
          <a:p>
            <a:r>
              <a:rPr lang="es-MX" dirty="0" smtClean="0"/>
              <a:t>LLOYDS OF LONDON </a:t>
            </a:r>
          </a:p>
          <a:p>
            <a:r>
              <a:rPr lang="es-MX" dirty="0" smtClean="0"/>
              <a:t>GREAT LAKES</a:t>
            </a:r>
          </a:p>
          <a:p>
            <a:r>
              <a:rPr lang="es-MX" dirty="0" smtClean="0"/>
              <a:t>THE BURLINGTON </a:t>
            </a:r>
          </a:p>
          <a:p>
            <a:r>
              <a:rPr lang="es-MX" dirty="0" smtClean="0"/>
              <a:t>ATLANTIC CASUALTY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042" y="50495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r>
              <a:rPr lang="es-MX" dirty="0" smtClean="0"/>
              <a:t>MTC</a:t>
            </a:r>
          </a:p>
          <a:p>
            <a:r>
              <a:rPr lang="es-MX" dirty="0" smtClean="0"/>
              <a:t>PD </a:t>
            </a:r>
          </a:p>
          <a:p>
            <a:r>
              <a:rPr lang="es-MX" dirty="0" smtClean="0"/>
              <a:t>NTL </a:t>
            </a:r>
          </a:p>
          <a:p>
            <a:r>
              <a:rPr lang="es-MX" dirty="0" smtClean="0"/>
              <a:t>GL</a:t>
            </a:r>
          </a:p>
          <a:p>
            <a:r>
              <a:rPr lang="es-MX" dirty="0" smtClean="0"/>
              <a:t>UMBRELLA </a:t>
            </a:r>
          </a:p>
          <a:p>
            <a:r>
              <a:rPr lang="es-MX" dirty="0" smtClean="0"/>
              <a:t>MTC EXCESS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042" y="50495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274" y="1574800"/>
            <a:ext cx="10153879" cy="547624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sz="2600" dirty="0" smtClean="0"/>
          </a:p>
          <a:p>
            <a:r>
              <a:rPr lang="en-US" sz="4300" dirty="0" smtClean="0"/>
              <a:t>2+ years in business – the following will be considered</a:t>
            </a:r>
            <a:r>
              <a:rPr lang="en-US" sz="4300" dirty="0" smtClean="0"/>
              <a:t>:</a:t>
            </a:r>
          </a:p>
          <a:p>
            <a:r>
              <a:rPr lang="en-US" sz="4300" dirty="0" smtClean="0"/>
              <a:t> </a:t>
            </a:r>
            <a:r>
              <a:rPr lang="en-US" sz="4300" dirty="0" smtClean="0"/>
              <a:t>Flatbed </a:t>
            </a:r>
          </a:p>
          <a:p>
            <a:r>
              <a:rPr lang="en-US" sz="4300" dirty="0" smtClean="0"/>
              <a:t>Livestock haulers </a:t>
            </a:r>
          </a:p>
          <a:p>
            <a:r>
              <a:rPr lang="en-US" sz="4300" dirty="0" smtClean="0"/>
              <a:t>Dry van </a:t>
            </a:r>
          </a:p>
          <a:p>
            <a:r>
              <a:rPr lang="en-US" sz="4300" dirty="0" smtClean="0"/>
              <a:t>Reefer Haulers </a:t>
            </a:r>
          </a:p>
          <a:p>
            <a:r>
              <a:rPr lang="en-US" sz="4300" dirty="0" smtClean="0"/>
              <a:t>Auto Haulers </a:t>
            </a:r>
          </a:p>
          <a:p>
            <a:r>
              <a:rPr lang="en-US" sz="4300" dirty="0" smtClean="0"/>
              <a:t>Dump Truck Operations* </a:t>
            </a:r>
          </a:p>
          <a:p>
            <a:r>
              <a:rPr lang="en-US" sz="4300" dirty="0" smtClean="0"/>
              <a:t>2+ years in business – the following will be considered for qualifying accounts:</a:t>
            </a:r>
            <a:r>
              <a:rPr lang="en-US" sz="4300" dirty="0" smtClean="0"/>
              <a:t></a:t>
            </a:r>
          </a:p>
          <a:p>
            <a:r>
              <a:rPr lang="en-US" sz="4300" dirty="0" smtClean="0"/>
              <a:t> </a:t>
            </a:r>
            <a:r>
              <a:rPr lang="en-US" sz="4300" dirty="0" smtClean="0"/>
              <a:t>Tractors </a:t>
            </a:r>
          </a:p>
          <a:p>
            <a:r>
              <a:rPr lang="en-US" sz="4300" dirty="0" smtClean="0"/>
              <a:t>Dually trucks* </a:t>
            </a:r>
          </a:p>
          <a:p>
            <a:r>
              <a:rPr lang="en-US" sz="4300" dirty="0" err="1" smtClean="0"/>
              <a:t>Stakebeds</a:t>
            </a:r>
            <a:r>
              <a:rPr lang="en-US" sz="4300" dirty="0" smtClean="0"/>
              <a:t> </a:t>
            </a:r>
          </a:p>
          <a:p>
            <a:r>
              <a:rPr lang="en-US" sz="4300" dirty="0" smtClean="0"/>
              <a:t>Box trucks </a:t>
            </a:r>
          </a:p>
          <a:p>
            <a:r>
              <a:rPr lang="es-ES" sz="4300" dirty="0"/>
              <a:t>Las cuentas de arena y grava también se cotizan con Canal</a:t>
            </a:r>
            <a:r>
              <a:rPr lang="es-ES" sz="4300" dirty="0" smtClean="0"/>
              <a:t>,</a:t>
            </a:r>
          </a:p>
          <a:p>
            <a:r>
              <a:rPr lang="es-ES" sz="4300" dirty="0" smtClean="0"/>
              <a:t> </a:t>
            </a:r>
            <a:r>
              <a:rPr lang="es-ES" sz="4300" dirty="0"/>
              <a:t>pero requieren más de 2 años en el negocio y no estar ubicadas </a:t>
            </a:r>
            <a:endParaRPr lang="es-ES" sz="4300" dirty="0" smtClean="0"/>
          </a:p>
          <a:p>
            <a:r>
              <a:rPr lang="es-ES" sz="4300" dirty="0" smtClean="0"/>
              <a:t>en </a:t>
            </a:r>
            <a:r>
              <a:rPr lang="es-ES" sz="4300" dirty="0"/>
              <a:t>un área metropolitana.</a:t>
            </a:r>
            <a:endParaRPr lang="en-US" sz="4300" dirty="0" smtClean="0"/>
          </a:p>
          <a:p>
            <a:endParaRPr lang="en-US" sz="2600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042" y="50495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INTRA &amp; INTER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042" y="50495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All markets require 2+ years of CDL experience and drivers that are at least 25 years of age are </a:t>
            </a:r>
            <a:r>
              <a:rPr lang="en-US" u="sng" dirty="0" smtClean="0"/>
              <a:t>preferred</a:t>
            </a:r>
          </a:p>
          <a:p>
            <a:pPr marL="0" indent="0">
              <a:buNone/>
            </a:pPr>
            <a:endParaRPr lang="es-MX" u="sng" dirty="0"/>
          </a:p>
          <a:p>
            <a:pPr marL="0" indent="0">
              <a:buNone/>
            </a:pPr>
            <a:r>
              <a:rPr lang="es-ES" u="sng" dirty="0"/>
              <a:t>De 1 a 3 unidades (el propietario debe ser uno de los conductores y ser propietario de todas las unidades; todos los conductores son empleados; no se permiten operadores arrendados).o Mínimo 2 años de experiencia con la licencia de conducir comercial (CDL)o Antigüedad de la unidad: 20 años o menos y operar en un radio de más de 800 kilómetros para</a:t>
            </a:r>
            <a:r>
              <a:rPr lang="es-ES" u="sng" dirty="0" smtClean="0"/>
              <a:t>:</a:t>
            </a:r>
          </a:p>
          <a:p>
            <a:pPr marL="0" indent="0">
              <a:buNone/>
            </a:pPr>
            <a:r>
              <a:rPr lang="en-US" u="sng" dirty="0" smtClean="0"/>
              <a:t>Flatbed</a:t>
            </a: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Dry </a:t>
            </a:r>
            <a:r>
              <a:rPr lang="en-US" u="sng" dirty="0"/>
              <a:t>van</a:t>
            </a:r>
          </a:p>
          <a:p>
            <a:pPr marL="0" indent="0">
              <a:buNone/>
            </a:pPr>
            <a:r>
              <a:rPr lang="en-US" u="sng" dirty="0" smtClean="0"/>
              <a:t>Reefer</a:t>
            </a: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Livestock haulers</a:t>
            </a:r>
          </a:p>
          <a:p>
            <a:pPr marL="0" indent="0">
              <a:buNone/>
            </a:pPr>
            <a:r>
              <a:rPr lang="es-ES" u="sng" dirty="0"/>
              <a:t>No se permiten  </a:t>
            </a:r>
            <a:r>
              <a:rPr lang="es-ES" u="sng" dirty="0" err="1"/>
              <a:t>straight</a:t>
            </a:r>
            <a:r>
              <a:rPr lang="es-ES" u="sng" dirty="0"/>
              <a:t> </a:t>
            </a:r>
            <a:r>
              <a:rPr lang="es-ES" u="sng" dirty="0" err="1"/>
              <a:t>trucks</a:t>
            </a:r>
            <a:r>
              <a:rPr lang="es-ES" u="sng" dirty="0"/>
              <a:t> si tienen menos de 2 años completos en el negocio.</a:t>
            </a:r>
          </a:p>
          <a:p>
            <a:pPr marL="0" indent="0">
              <a:buNone/>
            </a:pPr>
            <a:r>
              <a:rPr lang="es-ES" u="sng" dirty="0" smtClean="0"/>
              <a:t>La </a:t>
            </a:r>
            <a:r>
              <a:rPr lang="es-ES" u="sng" dirty="0"/>
              <a:t>responsabilidad civil automotriz a través del Canal requiere que la unidad sea </a:t>
            </a:r>
            <a:endParaRPr lang="es-ES" u="sng" dirty="0" smtClean="0"/>
          </a:p>
          <a:p>
            <a:pPr marL="0" indent="0">
              <a:buNone/>
            </a:pPr>
            <a:r>
              <a:rPr lang="es-ES" u="sng" dirty="0" smtClean="0"/>
              <a:t>un </a:t>
            </a:r>
            <a:r>
              <a:rPr lang="es-ES" u="sng" dirty="0"/>
              <a:t>tractor, conducido por el propietario, de larga </a:t>
            </a:r>
            <a:r>
              <a:rPr lang="es-ES" u="sng" dirty="0" smtClean="0"/>
              <a:t>distancia</a:t>
            </a:r>
          </a:p>
          <a:p>
            <a:pPr marL="0" indent="0">
              <a:buNone/>
            </a:pPr>
            <a:r>
              <a:rPr lang="es-ES" u="sng" dirty="0" smtClean="0"/>
              <a:t> </a:t>
            </a:r>
            <a:r>
              <a:rPr lang="es-ES" u="sng" dirty="0"/>
              <a:t>y que el equipo sea del año 1997 o más reciente.</a:t>
            </a:r>
            <a:endParaRPr lang="en-US" u="sng" dirty="0" smtClean="0"/>
          </a:p>
          <a:p>
            <a:pPr marL="0" indent="0">
              <a:buNone/>
            </a:pPr>
            <a:endParaRPr lang="es-MX" u="sng" dirty="0"/>
          </a:p>
          <a:p>
            <a:pPr marL="0" indent="0">
              <a:buNone/>
            </a:pP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482" y="49987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919" y="2032000"/>
            <a:ext cx="9784080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Mexican </a:t>
            </a:r>
            <a:r>
              <a:rPr lang="en-US" dirty="0"/>
              <a:t>driver’s license – B or E is acceptable (cargo &amp; physical damage only) </a:t>
            </a:r>
          </a:p>
          <a:p>
            <a:pPr marL="0" indent="0">
              <a:buNone/>
            </a:pPr>
            <a:r>
              <a:rPr lang="en-US" dirty="0" smtClean="0"/>
              <a:t>Oilfields </a:t>
            </a:r>
            <a:r>
              <a:rPr lang="en-US" dirty="0"/>
              <a:t>– physical damage and cargo coverage only </a:t>
            </a:r>
            <a:endParaRPr lang="en-US" dirty="0" smtClean="0"/>
          </a:p>
          <a:p>
            <a:pPr marL="0" indent="0">
              <a:buNone/>
            </a:pPr>
            <a:r>
              <a:rPr lang="es-MX" dirty="0" smtClean="0"/>
              <a:t>Aceptan TI con APD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46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042" y="5049520"/>
            <a:ext cx="2965983" cy="1734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21</TotalTime>
  <Words>297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Corbel</vt:lpstr>
      <vt:lpstr>Wingdings</vt:lpstr>
      <vt:lpstr>Banded</vt:lpstr>
      <vt:lpstr>BRECHT &amp; ASSOCIATES</vt:lpstr>
      <vt:lpstr>CARRIER </vt:lpstr>
      <vt:lpstr>COBERTURAS</vt:lpstr>
      <vt:lpstr>TIPO DE NEGOCIO</vt:lpstr>
      <vt:lpstr>RADIO OPERACION</vt:lpstr>
      <vt:lpstr>Drivers / unidades</vt:lpstr>
      <vt:lpstr>NOTES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4</cp:revision>
  <dcterms:created xsi:type="dcterms:W3CDTF">2025-10-10T19:04:32Z</dcterms:created>
  <dcterms:modified xsi:type="dcterms:W3CDTF">2025-10-10T20:28:50Z</dcterms:modified>
</cp:coreProperties>
</file>