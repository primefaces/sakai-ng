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6CBC3098-6B4F-4A64-BF0C-2643B106F8FA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E78790F2-7400-48BA-9A67-5654DFDDF1F1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3614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C3098-6B4F-4A64-BF0C-2643B106F8FA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790F2-7400-48BA-9A67-5654DFDDF1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616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C3098-6B4F-4A64-BF0C-2643B106F8FA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790F2-7400-48BA-9A67-5654DFDDF1F1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2876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C3098-6B4F-4A64-BF0C-2643B106F8FA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790F2-7400-48BA-9A67-5654DFDDF1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139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C3098-6B4F-4A64-BF0C-2643B106F8FA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790F2-7400-48BA-9A67-5654DFDDF1F1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908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C3098-6B4F-4A64-BF0C-2643B106F8FA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790F2-7400-48BA-9A67-5654DFDDF1F1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586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C3098-6B4F-4A64-BF0C-2643B106F8FA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790F2-7400-48BA-9A67-5654DFDDF1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41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C3098-6B4F-4A64-BF0C-2643B106F8FA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790F2-7400-48BA-9A67-5654DFDDF1F1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0896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C3098-6B4F-4A64-BF0C-2643B106F8FA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790F2-7400-48BA-9A67-5654DFDDF1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409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C3098-6B4F-4A64-BF0C-2643B106F8FA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790F2-7400-48BA-9A67-5654DFDDF1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845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C3098-6B4F-4A64-BF0C-2643B106F8FA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790F2-7400-48BA-9A67-5654DFDDF1F1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0190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C3098-6B4F-4A64-BF0C-2643B106F8FA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790F2-7400-48BA-9A67-5654DFDDF1F1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24687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C3098-6B4F-4A64-BF0C-2643B106F8FA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790F2-7400-48BA-9A67-5654DFDDF1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7748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C3098-6B4F-4A64-BF0C-2643B106F8FA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790F2-7400-48BA-9A67-5654DFDDF1F1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2714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C3098-6B4F-4A64-BF0C-2643B106F8FA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790F2-7400-48BA-9A67-5654DFDDF1F1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50973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C3098-6B4F-4A64-BF0C-2643B106F8FA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790F2-7400-48BA-9A67-5654DFDDF1F1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09902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C3098-6B4F-4A64-BF0C-2643B106F8FA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790F2-7400-48BA-9A67-5654DFDDF1F1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9288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CBC3098-6B4F-4A64-BF0C-2643B106F8FA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78790F2-7400-48BA-9A67-5654DFDDF1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8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 smtClean="0"/>
              <a:t>GSIAY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079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CARRIER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err="1" smtClean="0"/>
              <a:t>Trailblazer</a:t>
            </a:r>
            <a:r>
              <a:rPr lang="es-MX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2837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TIPO DE NEGOCIO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DRYVAN </a:t>
            </a:r>
          </a:p>
          <a:p>
            <a:r>
              <a:rPr lang="es-MX" dirty="0" smtClean="0"/>
              <a:t>FLATBED</a:t>
            </a:r>
          </a:p>
          <a:p>
            <a:r>
              <a:rPr lang="es-MX" dirty="0" smtClean="0"/>
              <a:t>SAND &amp; GRAVEL </a:t>
            </a:r>
          </a:p>
          <a:p>
            <a:r>
              <a:rPr lang="es-MX" dirty="0" smtClean="0"/>
              <a:t>GARBAGE</a:t>
            </a:r>
          </a:p>
          <a:p>
            <a:r>
              <a:rPr lang="es-MX" dirty="0" smtClean="0"/>
              <a:t>REFER</a:t>
            </a:r>
          </a:p>
          <a:p>
            <a:pPr marL="0" indent="0">
              <a:buNone/>
            </a:pPr>
            <a:endParaRPr lang="es-MX" dirty="0" smtClean="0"/>
          </a:p>
        </p:txBody>
      </p:sp>
    </p:spTree>
    <p:extLst>
      <p:ext uri="{BB962C8B-B14F-4D97-AF65-F5344CB8AC3E}">
        <p14:creationId xmlns:p14="http://schemas.microsoft.com/office/powerpoint/2010/main" val="226760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RADIO OPERACION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INTRA &amp; INTER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1573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Drivers / unidades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21-65 YEARS </a:t>
            </a:r>
          </a:p>
          <a:p>
            <a:r>
              <a:rPr lang="es-MX" dirty="0" smtClean="0"/>
              <a:t>LIC FEDERALES ACEPTABLE CON VISA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367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Coberturas</a:t>
            </a:r>
            <a:br>
              <a:rPr lang="es-MX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AL </a:t>
            </a:r>
          </a:p>
          <a:p>
            <a:endParaRPr lang="es-MX" dirty="0"/>
          </a:p>
          <a:p>
            <a:endParaRPr lang="es-MX" dirty="0" smtClean="0"/>
          </a:p>
          <a:p>
            <a:r>
              <a:rPr lang="es-MX" dirty="0" smtClean="0"/>
              <a:t>MTC &amp; PD </a:t>
            </a:r>
            <a:r>
              <a:rPr lang="es-MX" dirty="0" smtClean="0"/>
              <a:t>PAQUETE OPCIONAL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3177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Contactos </a:t>
            </a:r>
            <a:r>
              <a:rPr lang="es-MX" dirty="0" err="1"/>
              <a:t>via</a:t>
            </a:r>
            <a:r>
              <a:rPr lang="es-MX"/>
              <a:t> email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8738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AB946B"/>
      </a:accent1>
      <a:accent2>
        <a:srgbClr val="C04F32"/>
      </a:accent2>
      <a:accent3>
        <a:srgbClr val="DD8C3C"/>
      </a:accent3>
      <a:accent4>
        <a:srgbClr val="8E684C"/>
      </a:accent4>
      <a:accent5>
        <a:srgbClr val="CBAF62"/>
      </a:accent5>
      <a:accent6>
        <a:srgbClr val="803348"/>
      </a:accent6>
      <a:hlink>
        <a:srgbClr val="86724D"/>
      </a:hlink>
      <a:folHlink>
        <a:srgbClr val="B99E84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A2BEDC8B-F191-493B-BA33-0F4F800A89D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17</TotalTime>
  <Words>38</Words>
  <Application>Microsoft Office PowerPoint</Application>
  <PresentationFormat>Widescreen</PresentationFormat>
  <Paragraphs>20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Garamond</vt:lpstr>
      <vt:lpstr>Organic</vt:lpstr>
      <vt:lpstr>GSIAY </vt:lpstr>
      <vt:lpstr>CARRIER</vt:lpstr>
      <vt:lpstr>TIPO DE NEGOCIO</vt:lpstr>
      <vt:lpstr>RADIO OPERACION</vt:lpstr>
      <vt:lpstr>Drivers / unidades</vt:lpstr>
      <vt:lpstr>Coberturas </vt:lpstr>
      <vt:lpstr>Contactos via email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GSIAY </dc:title>
  <dc:creator>pp</dc:creator>
  <cp:lastModifiedBy>pp</cp:lastModifiedBy>
  <cp:revision>2</cp:revision>
  <dcterms:created xsi:type="dcterms:W3CDTF">2025-10-10T19:01:52Z</dcterms:created>
  <dcterms:modified xsi:type="dcterms:W3CDTF">2025-10-10T20:00:00Z</dcterms:modified>
</cp:coreProperties>
</file>