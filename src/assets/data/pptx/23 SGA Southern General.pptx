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97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69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472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98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92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648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2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01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39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5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755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027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40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421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933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592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859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165E1E7-EB87-4974-9CEB-8A6945AF0CBB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07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SGA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 err="1"/>
              <a:t>Podemos</a:t>
            </a:r>
            <a:r>
              <a:rPr lang="en-US" dirty="0"/>
              <a:t> </a:t>
            </a:r>
            <a:r>
              <a:rPr lang="en-US" dirty="0" err="1"/>
              <a:t>usar</a:t>
            </a:r>
            <a:r>
              <a:rPr lang="en-US" dirty="0"/>
              <a:t> </a:t>
            </a:r>
            <a:r>
              <a:rPr lang="en-US" dirty="0" err="1"/>
              <a:t>nuestra</a:t>
            </a:r>
            <a:r>
              <a:rPr lang="en-US" dirty="0"/>
              <a:t> </a:t>
            </a:r>
            <a:r>
              <a:rPr lang="en-US" dirty="0" err="1"/>
              <a:t>financiera</a:t>
            </a:r>
            <a:r>
              <a:rPr lang="en-US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PRIME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n-US" dirty="0"/>
          </a:p>
          <a:p>
            <a:r>
              <a:rPr lang="es-ES" dirty="0"/>
              <a:t>NO NEW VENTURE- Tienen que tener 3 YEARS o mas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r>
              <a:rPr lang="en-US" dirty="0"/>
              <a:t>Liability, MTC o </a:t>
            </a:r>
            <a:r>
              <a:rPr lang="en-US" dirty="0" smtClean="0"/>
              <a:t>APD</a:t>
            </a:r>
          </a:p>
          <a:p>
            <a:endParaRPr lang="en-US" dirty="0"/>
          </a:p>
          <a:p>
            <a:r>
              <a:rPr lang="en-US" dirty="0" err="1" smtClean="0"/>
              <a:t>Ellos</a:t>
            </a:r>
            <a:r>
              <a:rPr lang="en-US" dirty="0" smtClean="0"/>
              <a:t> </a:t>
            </a:r>
            <a:r>
              <a:rPr lang="en-US" dirty="0" err="1"/>
              <a:t>ofrecen</a:t>
            </a:r>
            <a:r>
              <a:rPr lang="en-US" dirty="0"/>
              <a:t> GL </a:t>
            </a:r>
            <a:r>
              <a:rPr lang="en-US" dirty="0" smtClean="0"/>
              <a:t>Coverage</a:t>
            </a:r>
          </a:p>
          <a:p>
            <a:endParaRPr lang="es-MX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s-ES" dirty="0"/>
              <a:t>TRABAJAN CON EL UIIA SOLO PARA EL MOTOR CARGO Y OFRECEN TRAILER INTERCHANGE - ELLIABILITY SE TIENE QUE VENDER CON OTRO SEGURO.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3">
            <a:normAutofit fontScale="32500" lnSpcReduction="20000"/>
          </a:bodyPr>
          <a:lstStyle/>
          <a:p>
            <a:r>
              <a:rPr lang="en-US" sz="7200" dirty="0" err="1"/>
              <a:t>funciona</a:t>
            </a:r>
            <a:r>
              <a:rPr lang="en-US" sz="7200" dirty="0"/>
              <a:t> para </a:t>
            </a:r>
            <a:r>
              <a:rPr lang="en-US" sz="7200" dirty="0" err="1"/>
              <a:t>basura</a:t>
            </a:r>
            <a:r>
              <a:rPr lang="en-US" sz="7200" dirty="0"/>
              <a:t> </a:t>
            </a:r>
          </a:p>
          <a:p>
            <a:pPr marL="0" indent="0">
              <a:buNone/>
            </a:pPr>
            <a:r>
              <a:rPr lang="en-US" sz="7200" dirty="0" smtClean="0"/>
              <a:t> </a:t>
            </a:r>
            <a:endParaRPr lang="en-US" sz="7200" dirty="0"/>
          </a:p>
          <a:p>
            <a:r>
              <a:rPr lang="en-US" sz="7200" b="1" dirty="0"/>
              <a:t>Prohibited Risks</a:t>
            </a:r>
            <a:endParaRPr lang="en-US" sz="7200" dirty="0"/>
          </a:p>
          <a:p>
            <a:r>
              <a:rPr lang="en-US" sz="7200" dirty="0"/>
              <a:t>• Hazmat</a:t>
            </a:r>
          </a:p>
          <a:p>
            <a:r>
              <a:rPr lang="en-US" sz="7200" dirty="0"/>
              <a:t>• Dumping Operations / Sand &amp; Gravel</a:t>
            </a:r>
          </a:p>
          <a:p>
            <a:r>
              <a:rPr lang="en-US" sz="7200" dirty="0"/>
              <a:t>• Garbage Haulers</a:t>
            </a:r>
          </a:p>
          <a:p>
            <a:r>
              <a:rPr lang="en-US" sz="7200" dirty="0"/>
              <a:t>• Towing</a:t>
            </a:r>
          </a:p>
          <a:p>
            <a:r>
              <a:rPr lang="en-US" sz="7200" dirty="0"/>
              <a:t>• Livestock Haulers</a:t>
            </a:r>
          </a:p>
          <a:p>
            <a:r>
              <a:rPr lang="en-US" sz="7200" dirty="0"/>
              <a:t>• Logging</a:t>
            </a:r>
          </a:p>
          <a:p>
            <a:r>
              <a:rPr lang="en-US" sz="7200" dirty="0"/>
              <a:t>• Non-emergency medical</a:t>
            </a:r>
          </a:p>
          <a:p>
            <a:r>
              <a:rPr lang="en-US" sz="7200" dirty="0"/>
              <a:t>• Any PPT/artisan contractors</a:t>
            </a:r>
          </a:p>
          <a:p>
            <a:r>
              <a:rPr lang="en-US" sz="7200" dirty="0"/>
              <a:t>• Hot Shots</a:t>
            </a:r>
          </a:p>
          <a:p>
            <a:r>
              <a:rPr lang="en-US" sz="7200" dirty="0"/>
              <a:t>• Auto haulers</a:t>
            </a:r>
          </a:p>
          <a:p>
            <a:r>
              <a:rPr lang="en-US" sz="7200" dirty="0"/>
              <a:t>• No oversized loads or loads requiring escorts</a:t>
            </a:r>
            <a:endParaRPr lang="en-US" sz="7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smtClean="0"/>
              <a:t>INTER &amp; INTRA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s-ES" dirty="0"/>
              <a:t>Los choferes tienen que tener mas de 23 años. El dueño de la compañía puede tener menos de los 23siempre y cuando no tenga cdl.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141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SGA </vt:lpstr>
      <vt:lpstr>CARRIER </vt:lpstr>
      <vt:lpstr>COBERTURAS</vt:lpstr>
      <vt:lpstr>TIPO DE NEGOCIO</vt:lpstr>
      <vt:lpstr>RADIO OPERACION</vt:lpstr>
      <vt:lpstr>Drivers / unidades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2</cp:revision>
  <dcterms:created xsi:type="dcterms:W3CDTF">2025-10-10T19:04:32Z</dcterms:created>
  <dcterms:modified xsi:type="dcterms:W3CDTF">2025-10-15T19:59:54Z</dcterms:modified>
</cp:coreProperties>
</file>