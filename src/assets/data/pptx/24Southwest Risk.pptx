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0" r:id="rId4"/>
    <p:sldId id="257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71758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408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164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64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805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716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385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102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947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448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767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5682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46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53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227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952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140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87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err="1" smtClean="0"/>
              <a:t>Soutwest</a:t>
            </a:r>
            <a:r>
              <a:rPr lang="es-MX" dirty="0" smtClean="0"/>
              <a:t> </a:t>
            </a:r>
            <a:r>
              <a:rPr lang="es-MX" dirty="0" err="1" smtClean="0"/>
              <a:t>risk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Clase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7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CARRIER</a:t>
            </a:r>
            <a:br>
              <a:rPr lang="es-MX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MX" dirty="0" err="1" smtClean="0"/>
              <a:t>Transvers</a:t>
            </a:r>
            <a:r>
              <a:rPr lang="es-MX" dirty="0" smtClean="0"/>
              <a:t> </a:t>
            </a:r>
          </a:p>
          <a:p>
            <a:endParaRPr lang="es-MX" dirty="0"/>
          </a:p>
          <a:p>
            <a:endParaRPr lang="es-MX" dirty="0" smtClean="0"/>
          </a:p>
          <a:p>
            <a:r>
              <a:rPr lang="es-MX" dirty="0" smtClean="0"/>
              <a:t>+3 </a:t>
            </a:r>
            <a:r>
              <a:rPr lang="es-MX" dirty="0" err="1" smtClean="0"/>
              <a:t>years</a:t>
            </a:r>
            <a:r>
              <a:rPr lang="es-MX" dirty="0" smtClean="0"/>
              <a:t> of </a:t>
            </a:r>
            <a:r>
              <a:rPr lang="es-MX" dirty="0" err="1" smtClean="0"/>
              <a:t>busineess</a:t>
            </a:r>
            <a:endParaRPr lang="es-MX" dirty="0" smtClean="0"/>
          </a:p>
          <a:p>
            <a:r>
              <a:rPr lang="es-MX" dirty="0" smtClean="0"/>
              <a:t>Con target </a:t>
            </a:r>
            <a:r>
              <a:rPr lang="es-MX" dirty="0" err="1" smtClean="0"/>
              <a:t>price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798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COBERTURAS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MX" dirty="0" smtClean="0"/>
              <a:t>Al </a:t>
            </a:r>
          </a:p>
          <a:p>
            <a:r>
              <a:rPr lang="es-MX" dirty="0" err="1" smtClean="0"/>
              <a:t>Mtc</a:t>
            </a:r>
            <a:endParaRPr lang="es-MX" dirty="0" smtClean="0"/>
          </a:p>
          <a:p>
            <a:r>
              <a:rPr lang="es-MX" dirty="0" err="1" smtClean="0"/>
              <a:t>Gl</a:t>
            </a:r>
            <a:endParaRPr lang="es-MX" dirty="0" smtClean="0"/>
          </a:p>
          <a:p>
            <a:r>
              <a:rPr lang="es-MX" dirty="0" smtClean="0"/>
              <a:t>Pd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28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TIPO DE NEGOCIO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MX" dirty="0" err="1" smtClean="0"/>
              <a:t>Reefer</a:t>
            </a:r>
            <a:r>
              <a:rPr lang="es-MX" dirty="0" smtClean="0"/>
              <a:t> </a:t>
            </a:r>
          </a:p>
          <a:p>
            <a:r>
              <a:rPr lang="es-MX" dirty="0" err="1" smtClean="0"/>
              <a:t>Dry</a:t>
            </a:r>
            <a:r>
              <a:rPr lang="es-MX" dirty="0" smtClean="0"/>
              <a:t> van </a:t>
            </a:r>
          </a:p>
          <a:p>
            <a:r>
              <a:rPr lang="es-MX" dirty="0" smtClean="0"/>
              <a:t>Flat </a:t>
            </a:r>
            <a:r>
              <a:rPr lang="es-MX" dirty="0" err="1" smtClean="0"/>
              <a:t>bed</a:t>
            </a:r>
            <a:r>
              <a:rPr lang="es-MX" dirty="0" smtClean="0"/>
              <a:t> </a:t>
            </a:r>
          </a:p>
          <a:p>
            <a:r>
              <a:rPr lang="es-MX" dirty="0" err="1" smtClean="0"/>
              <a:t>Sand</a:t>
            </a:r>
            <a:r>
              <a:rPr lang="es-MX" dirty="0" smtClean="0"/>
              <a:t> &amp; </a:t>
            </a:r>
            <a:r>
              <a:rPr lang="es-MX" dirty="0" err="1" smtClean="0"/>
              <a:t>gravel</a:t>
            </a:r>
            <a:r>
              <a:rPr lang="es-MX" dirty="0" smtClean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832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RADIO OPERACION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MX" dirty="0" smtClean="0"/>
              <a:t>Inter &amp; </a:t>
            </a:r>
            <a:r>
              <a:rPr lang="es-MX" dirty="0" err="1" smtClean="0"/>
              <a:t>intra</a:t>
            </a:r>
            <a:r>
              <a:rPr lang="es-MX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77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Drivers / unidades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MX" dirty="0" smtClean="0"/>
              <a:t>25-65 </a:t>
            </a:r>
            <a:r>
              <a:rPr lang="es-MX" dirty="0" err="1" smtClean="0"/>
              <a:t>years</a:t>
            </a:r>
            <a:endParaRPr lang="es-MX" dirty="0" smtClean="0"/>
          </a:p>
          <a:p>
            <a:r>
              <a:rPr lang="es-MX" dirty="0" smtClean="0"/>
              <a:t>+2 </a:t>
            </a:r>
            <a:r>
              <a:rPr lang="es-MX" dirty="0" err="1" smtClean="0"/>
              <a:t>years</a:t>
            </a:r>
            <a:r>
              <a:rPr lang="es-MX" dirty="0" smtClean="0"/>
              <a:t> of </a:t>
            </a:r>
            <a:r>
              <a:rPr lang="es-MX" dirty="0" err="1" smtClean="0"/>
              <a:t>experience</a:t>
            </a:r>
            <a:r>
              <a:rPr lang="es-MX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52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Contactos </a:t>
            </a:r>
            <a:r>
              <a:rPr lang="es-MX" dirty="0" err="1" smtClean="0"/>
              <a:t>via</a:t>
            </a:r>
            <a:r>
              <a:rPr lang="es-MX" dirty="0" smtClean="0"/>
              <a:t> email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005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3</TotalTime>
  <Words>48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Impact</vt:lpstr>
      <vt:lpstr>Main Event</vt:lpstr>
      <vt:lpstr>Soutwest risk</vt:lpstr>
      <vt:lpstr>CARRIER </vt:lpstr>
      <vt:lpstr>COBERTURAS</vt:lpstr>
      <vt:lpstr>TIPO DE NEGOCIO</vt:lpstr>
      <vt:lpstr>RADIO OPERACION</vt:lpstr>
      <vt:lpstr>Drivers / unidades</vt:lpstr>
      <vt:lpstr>Contactos via email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</dc:creator>
  <cp:lastModifiedBy>pp</cp:lastModifiedBy>
  <cp:revision>2</cp:revision>
  <dcterms:created xsi:type="dcterms:W3CDTF">2025-10-10T19:04:32Z</dcterms:created>
  <dcterms:modified xsi:type="dcterms:W3CDTF">2025-10-15T20:02:33Z</dcterms:modified>
</cp:coreProperties>
</file>