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26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25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6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84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4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50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54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00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90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1473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55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78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51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06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2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816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6264" y="2158683"/>
            <a:ext cx="8791575" cy="2387600"/>
          </a:xfrm>
        </p:spPr>
        <p:txBody>
          <a:bodyPr>
            <a:normAutofit fontScale="90000"/>
          </a:bodyPr>
          <a:lstStyle/>
          <a:p>
            <a:r>
              <a:rPr lang="es-MX" dirty="0" err="1" smtClean="0"/>
              <a:t>Mtm</a:t>
            </a:r>
            <a:r>
              <a:rPr lang="es-MX" dirty="0" smtClean="0"/>
              <a:t> </a:t>
            </a:r>
            <a:r>
              <a:rPr lang="es-MX" dirty="0" smtClean="0"/>
              <a:t/>
            </a:r>
            <a:br>
              <a:rPr lang="es-MX" dirty="0" smtClean="0"/>
            </a:br>
            <a:r>
              <a:rPr lang="es-MX" dirty="0"/>
              <a:t/>
            </a:r>
            <a:br>
              <a:rPr lang="es-MX" dirty="0"/>
            </a:br>
            <a:r>
              <a:rPr lang="es-MX" dirty="0" smtClean="0"/>
              <a:t/>
            </a:r>
            <a:br>
              <a:rPr lang="es-MX" dirty="0" smtClean="0"/>
            </a:br>
            <a:r>
              <a:rPr lang="es-MX" dirty="0"/>
              <a:t/>
            </a:r>
            <a:br>
              <a:rPr lang="es-MX" dirty="0"/>
            </a:br>
            <a:r>
              <a:rPr lang="es-MX" dirty="0" err="1" smtClean="0"/>
              <a:t>rrg</a:t>
            </a:r>
            <a:r>
              <a:rPr lang="es-MX" dirty="0" smtClean="0"/>
              <a:t> CAT b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Mtm</a:t>
            </a:r>
            <a:r>
              <a:rPr lang="es-MX" dirty="0" smtClean="0"/>
              <a:t> </a:t>
            </a:r>
            <a:r>
              <a:rPr lang="es-MX" dirty="0" err="1" smtClean="0"/>
              <a:t>rrg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Al </a:t>
            </a:r>
          </a:p>
          <a:p>
            <a:r>
              <a:rPr lang="es-MX" dirty="0" err="1" smtClean="0"/>
              <a:t>Mtc</a:t>
            </a:r>
            <a:r>
              <a:rPr lang="es-MX" dirty="0" smtClean="0"/>
              <a:t> </a:t>
            </a:r>
          </a:p>
          <a:p>
            <a:r>
              <a:rPr lang="es-MX" dirty="0" smtClean="0"/>
              <a:t>Pd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Flat </a:t>
            </a:r>
            <a:r>
              <a:rPr lang="es-MX" dirty="0" err="1" smtClean="0"/>
              <a:t>bed</a:t>
            </a:r>
            <a:endParaRPr lang="es-MX" dirty="0" smtClean="0"/>
          </a:p>
          <a:p>
            <a:r>
              <a:rPr lang="es-MX" dirty="0" err="1" smtClean="0"/>
              <a:t>Dryvan</a:t>
            </a:r>
            <a:r>
              <a:rPr lang="es-MX" dirty="0" smtClean="0"/>
              <a:t> </a:t>
            </a:r>
          </a:p>
          <a:p>
            <a:r>
              <a:rPr lang="es-MX" dirty="0" smtClean="0"/>
              <a:t>Frac </a:t>
            </a:r>
            <a:r>
              <a:rPr lang="es-MX" dirty="0" err="1" smtClean="0"/>
              <a:t>sand</a:t>
            </a:r>
            <a:r>
              <a:rPr lang="es-MX" dirty="0" smtClean="0"/>
              <a:t> + 3 </a:t>
            </a:r>
            <a:r>
              <a:rPr lang="es-MX" dirty="0" err="1" smtClean="0"/>
              <a:t>year</a:t>
            </a:r>
            <a:r>
              <a:rPr lang="es-MX" dirty="0" smtClean="0"/>
              <a:t> en el negocio</a:t>
            </a:r>
          </a:p>
          <a:p>
            <a:pPr marL="0" indent="0">
              <a:buNone/>
            </a:pPr>
            <a:endParaRPr lang="es-MX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Intra</a:t>
            </a:r>
            <a:r>
              <a:rPr lang="es-MX" dirty="0" smtClean="0"/>
              <a:t> &amp; inter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7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Drivers must have at least 1-year CDL driving experience</a:t>
            </a:r>
          </a:p>
          <a:p>
            <a:r>
              <a:rPr lang="en-US" dirty="0" smtClean="0"/>
              <a:t>Owner </a:t>
            </a:r>
            <a:r>
              <a:rPr lang="en-US" dirty="0"/>
              <a:t>of a new venture is required to have 3 years industry (driving or otherwise) experience.</a:t>
            </a:r>
          </a:p>
          <a:p>
            <a:r>
              <a:rPr lang="en-US" dirty="0" smtClean="0"/>
              <a:t>MVR’s </a:t>
            </a:r>
            <a:r>
              <a:rPr lang="en-US" dirty="0"/>
              <a:t>should be pulled by agents on all new accounts and renewing accounts</a:t>
            </a:r>
            <a:r>
              <a:rPr lang="en-US" dirty="0" smtClean="0"/>
              <a:t>.</a:t>
            </a:r>
          </a:p>
          <a:p>
            <a:r>
              <a:rPr lang="es-MX" dirty="0" err="1" smtClean="0"/>
              <a:t>Lic</a:t>
            </a:r>
            <a:r>
              <a:rPr lang="es-MX" dirty="0" smtClean="0"/>
              <a:t> federal no aceptable</a:t>
            </a:r>
            <a:endParaRPr lang="en-US" dirty="0" smtClean="0"/>
          </a:p>
          <a:p>
            <a:endParaRPr lang="es-MX" dirty="0"/>
          </a:p>
          <a:p>
            <a:r>
              <a:rPr lang="en-US" dirty="0"/>
              <a:t>No Power units over 19 years old are  accepted</a:t>
            </a:r>
            <a:r>
              <a:rPr lang="en-US" dirty="0" smtClean="0"/>
              <a:t>.</a:t>
            </a:r>
          </a:p>
          <a:p>
            <a:r>
              <a:rPr lang="es-ES" dirty="0"/>
              <a:t>No procesarán arena ni grava, sin embargo, considerarán arena de </a:t>
            </a:r>
            <a:r>
              <a:rPr lang="es-ES" dirty="0" smtClean="0"/>
              <a:t>frac  </a:t>
            </a:r>
            <a:r>
              <a:rPr lang="es-ES" dirty="0"/>
              <a:t>en un remolque cerrado, pero debe tener una cobertura previa de 3 años.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14</TotalTime>
  <Words>117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Tw Cen MT</vt:lpstr>
      <vt:lpstr>Circuit</vt:lpstr>
      <vt:lpstr>Mtm     rrg CAT b </vt:lpstr>
      <vt:lpstr>CARRIER </vt:lpstr>
      <vt:lpstr>COBERTURAS</vt:lpstr>
      <vt:lpstr>TIPO DE NEGOCIO</vt:lpstr>
      <vt:lpstr>RADIO OPERACION</vt:lpstr>
      <vt:lpstr>Drivers / unidades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4</cp:revision>
  <dcterms:created xsi:type="dcterms:W3CDTF">2025-10-10T19:04:32Z</dcterms:created>
  <dcterms:modified xsi:type="dcterms:W3CDTF">2025-10-15T20:16:48Z</dcterms:modified>
</cp:coreProperties>
</file>