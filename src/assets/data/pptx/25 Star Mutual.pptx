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0" r:id="rId4"/>
    <p:sldId id="257" r:id="rId5"/>
    <p:sldId id="258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09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626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372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034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36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45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25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602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366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0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68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310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err="1" smtClean="0"/>
              <a:t>Star</a:t>
            </a:r>
            <a:r>
              <a:rPr lang="es-MX" dirty="0" smtClean="0"/>
              <a:t> mutual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err="1" smtClean="0"/>
              <a:t>Cat</a:t>
            </a:r>
            <a:r>
              <a:rPr lang="es-MX" dirty="0" smtClean="0"/>
              <a:t>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7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CARRIER</a:t>
            </a:r>
            <a:br>
              <a:rPr lang="es-MX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 smtClean="0"/>
              <a:t>Star</a:t>
            </a:r>
            <a:r>
              <a:rPr lang="es-MX" dirty="0" smtClean="0"/>
              <a:t> mutual </a:t>
            </a:r>
          </a:p>
          <a:p>
            <a:endParaRPr lang="es-MX" dirty="0" smtClean="0"/>
          </a:p>
          <a:p>
            <a:endParaRPr lang="es-MX" dirty="0"/>
          </a:p>
          <a:p>
            <a:endParaRPr lang="es-MX" dirty="0" smtClean="0"/>
          </a:p>
          <a:p>
            <a:pPr marL="45720" indent="0">
              <a:buNone/>
            </a:pPr>
            <a:endParaRPr lang="es-MX" dirty="0"/>
          </a:p>
          <a:p>
            <a:r>
              <a:rPr lang="es-MX" dirty="0" smtClean="0"/>
              <a:t>Para </a:t>
            </a:r>
            <a:r>
              <a:rPr lang="es-MX" dirty="0" err="1" smtClean="0"/>
              <a:t>tx</a:t>
            </a:r>
            <a:r>
              <a:rPr lang="es-MX" dirty="0" smtClean="0"/>
              <a:t> </a:t>
            </a:r>
            <a:r>
              <a:rPr lang="es-MX" dirty="0" err="1" smtClean="0"/>
              <a:t>minimo</a:t>
            </a:r>
            <a:r>
              <a:rPr lang="es-MX" dirty="0" smtClean="0"/>
              <a:t> 1 año en el negocio </a:t>
            </a:r>
          </a:p>
          <a:p>
            <a:r>
              <a:rPr lang="es-MX" dirty="0" smtClean="0"/>
              <a:t>Para </a:t>
            </a:r>
            <a:r>
              <a:rPr lang="es-MX" dirty="0" err="1" smtClean="0"/>
              <a:t>fl</a:t>
            </a:r>
            <a:r>
              <a:rPr lang="es-MX" dirty="0" smtClean="0"/>
              <a:t> </a:t>
            </a:r>
            <a:r>
              <a:rPr lang="es-MX" dirty="0" err="1" smtClean="0"/>
              <a:t>minimo</a:t>
            </a:r>
            <a:r>
              <a:rPr lang="es-MX" dirty="0" smtClean="0"/>
              <a:t> 2 </a:t>
            </a:r>
            <a:r>
              <a:rPr lang="es-MX" dirty="0" smtClean="0"/>
              <a:t>años</a:t>
            </a:r>
            <a:endParaRPr lang="es-MX" dirty="0"/>
          </a:p>
          <a:p>
            <a:r>
              <a:rPr lang="es-MX" dirty="0" smtClean="0"/>
              <a:t>Ellos usan su propia financiera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798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COBERTURAS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AL </a:t>
            </a:r>
          </a:p>
          <a:p>
            <a:endParaRPr lang="es-MX" dirty="0"/>
          </a:p>
          <a:p>
            <a:endParaRPr lang="es-MX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282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TIPO DE NEGOCIO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REEFER </a:t>
            </a:r>
          </a:p>
          <a:p>
            <a:r>
              <a:rPr lang="es-MX" dirty="0" smtClean="0"/>
              <a:t>DRY VAN </a:t>
            </a:r>
          </a:p>
          <a:p>
            <a:r>
              <a:rPr lang="es-MX" dirty="0" smtClean="0"/>
              <a:t>AUTO HAULER </a:t>
            </a:r>
          </a:p>
          <a:p>
            <a:r>
              <a:rPr lang="es-MX" dirty="0" smtClean="0"/>
              <a:t>FLATBED</a:t>
            </a:r>
          </a:p>
          <a:p>
            <a:r>
              <a:rPr lang="es-MX" dirty="0" smtClean="0"/>
              <a:t>SAND &amp; GRAVEL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832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RADIO OPERACION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INTER &amp; INTRA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77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Drivers / unidades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VEHICULOS POR DEBAJO DE 2000  NO ACEPTABLE</a:t>
            </a:r>
          </a:p>
          <a:p>
            <a:endParaRPr lang="es-MX" dirty="0"/>
          </a:p>
          <a:p>
            <a:r>
              <a:rPr lang="es-MX" dirty="0" smtClean="0"/>
              <a:t>CAMARA OBLIGADA CON FOTO A LA HORA DE COTIZAR </a:t>
            </a:r>
            <a:endParaRPr lang="es-MX" dirty="0" smtClean="0"/>
          </a:p>
          <a:p>
            <a:endParaRPr lang="es-MX" dirty="0"/>
          </a:p>
          <a:p>
            <a:r>
              <a:rPr lang="es-MX" dirty="0" smtClean="0"/>
              <a:t>25-65 Y</a:t>
            </a:r>
          </a:p>
          <a:p>
            <a:endParaRPr lang="es-MX" dirty="0"/>
          </a:p>
          <a:p>
            <a:r>
              <a:rPr lang="es-MX" dirty="0" smtClean="0"/>
              <a:t>+2 YOE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523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Contactos </a:t>
            </a:r>
            <a:r>
              <a:rPr lang="es-MX" dirty="0" err="1" smtClean="0"/>
              <a:t>via</a:t>
            </a:r>
            <a:r>
              <a:rPr lang="es-MX" dirty="0" smtClean="0"/>
              <a:t> email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00507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10</TotalTime>
  <Words>71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Corbel</vt:lpstr>
      <vt:lpstr>Basis</vt:lpstr>
      <vt:lpstr>Star mutual </vt:lpstr>
      <vt:lpstr>CARRIER </vt:lpstr>
      <vt:lpstr>COBERTURAS</vt:lpstr>
      <vt:lpstr>TIPO DE NEGOCIO</vt:lpstr>
      <vt:lpstr>RADIO OPERACION</vt:lpstr>
      <vt:lpstr>Drivers / unidades</vt:lpstr>
      <vt:lpstr>Contactos via email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</dc:creator>
  <cp:lastModifiedBy>pp</cp:lastModifiedBy>
  <cp:revision>3</cp:revision>
  <dcterms:created xsi:type="dcterms:W3CDTF">2025-10-10T19:04:32Z</dcterms:created>
  <dcterms:modified xsi:type="dcterms:W3CDTF">2025-10-15T20:32:56Z</dcterms:modified>
</cp:coreProperties>
</file>