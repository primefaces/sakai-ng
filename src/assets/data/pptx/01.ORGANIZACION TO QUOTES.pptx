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0" r:id="rId2"/>
    <p:sldId id="258" r:id="rId3"/>
    <p:sldId id="261" r:id="rId4"/>
    <p:sldId id="263" r:id="rId5"/>
    <p:sldId id="264" r:id="rId6"/>
    <p:sldId id="267" r:id="rId7"/>
    <p:sldId id="265" r:id="rId8"/>
    <p:sldId id="266" r:id="rId9"/>
    <p:sldId id="268" r:id="rId10"/>
    <p:sldId id="269" r:id="rId11"/>
    <p:sldId id="259" r:id="rId12"/>
    <p:sldId id="262" r:id="rId13"/>
    <p:sldId id="256" r:id="rId14"/>
    <p:sldId id="25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73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5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7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3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8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16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6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9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71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96FBC84-A7E1-485D-A9E7-4E91F33730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5447BFA-0B3C-4E9F-A73A-2391FE087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640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1240" y="771822"/>
            <a:ext cx="9966960" cy="4684097"/>
          </a:xfrm>
        </p:spPr>
        <p:txBody>
          <a:bodyPr/>
          <a:lstStyle/>
          <a:p>
            <a:r>
              <a:rPr lang="es-MX" dirty="0"/>
              <a:t>¿</a:t>
            </a:r>
            <a:r>
              <a:rPr lang="es-MX" dirty="0" smtClean="0"/>
              <a:t>QUE SE NECESITA PARA COTIZAR A MI CLIENTE?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2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160" y="0"/>
            <a:ext cx="7498080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1910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0" y="1505712"/>
            <a:ext cx="9966960" cy="3035808"/>
          </a:xfrm>
        </p:spPr>
        <p:txBody>
          <a:bodyPr/>
          <a:lstStyle/>
          <a:p>
            <a:r>
              <a:rPr lang="es-MX" dirty="0" smtClean="0"/>
              <a:t>VERIFICAR  PERMISOS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37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" y="142240"/>
            <a:ext cx="11135359" cy="65125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9602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1"/>
            <a:ext cx="7579360" cy="65328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2881"/>
            <a:ext cx="6541366" cy="51003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397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74" y="965200"/>
            <a:ext cx="11703651" cy="4978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2079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0"/>
            <a:ext cx="9702800" cy="66928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824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DOC EXTRAS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LOSS RUNS</a:t>
            </a:r>
          </a:p>
          <a:p>
            <a:r>
              <a:rPr lang="es-MX" dirty="0" smtClean="0"/>
              <a:t>MVR </a:t>
            </a:r>
          </a:p>
          <a:p>
            <a:r>
              <a:rPr lang="es-MX" dirty="0" smtClean="0"/>
              <a:t>BILL OF SALE </a:t>
            </a:r>
          </a:p>
          <a:p>
            <a:r>
              <a:rPr lang="es-MX" dirty="0" smtClean="0"/>
              <a:t>CRASH REPORT </a:t>
            </a:r>
          </a:p>
          <a:p>
            <a:r>
              <a:rPr lang="es-MX" dirty="0" smtClean="0"/>
              <a:t>IFTAS </a:t>
            </a:r>
          </a:p>
          <a:p>
            <a:r>
              <a:rPr lang="es-MX" dirty="0" smtClean="0"/>
              <a:t>FOTOS OLD LICENCES</a:t>
            </a:r>
          </a:p>
          <a:p>
            <a:endParaRPr lang="es-MX" dirty="0" smtClean="0"/>
          </a:p>
          <a:p>
            <a:pPr marL="0" indent="0">
              <a:buNone/>
            </a:pPr>
            <a:endParaRPr lang="es-MX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0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REQUEST TO QUOTE 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DEBE ENVIARSE AL CORREO DE QUOTES </a:t>
            </a:r>
          </a:p>
          <a:p>
            <a:endParaRPr lang="es-MX" dirty="0" smtClean="0"/>
          </a:p>
          <a:p>
            <a:endParaRPr lang="es-MX" dirty="0"/>
          </a:p>
          <a:p>
            <a:endParaRPr lang="es-MX" dirty="0" smtClean="0"/>
          </a:p>
          <a:p>
            <a:endParaRPr lang="es-MX" dirty="0"/>
          </a:p>
          <a:p>
            <a:endParaRPr lang="es-MX" dirty="0" smtClean="0"/>
          </a:p>
          <a:p>
            <a:endParaRPr lang="es-MX" dirty="0"/>
          </a:p>
          <a:p>
            <a:r>
              <a:rPr lang="es-MX" dirty="0" smtClean="0"/>
              <a:t>SE ENVIA LA QUOTE LLENA </a:t>
            </a:r>
          </a:p>
          <a:p>
            <a:r>
              <a:rPr lang="es-MX" dirty="0" smtClean="0"/>
              <a:t>MAS DOCUMENTOS EXTRAS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518357"/>
            <a:ext cx="9379432" cy="2044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214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ORGANIZACIÓN FOLDER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NOTAS </a:t>
            </a:r>
          </a:p>
          <a:p>
            <a:r>
              <a:rPr lang="es-MX" dirty="0" smtClean="0"/>
              <a:t>CARPETAS INDIVIDUALES </a:t>
            </a:r>
          </a:p>
          <a:p>
            <a:r>
              <a:rPr lang="es-MX" dirty="0" smtClean="0"/>
              <a:t>DECLINACIONES TAMBIEN SE GUARDAN </a:t>
            </a:r>
          </a:p>
          <a:p>
            <a:endParaRPr lang="es-MX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374282"/>
            <a:ext cx="6418135" cy="32063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7055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TIPOS DE RADIOS DE OPERACIONES 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INTRASTATE</a:t>
            </a:r>
          </a:p>
          <a:p>
            <a:endParaRPr lang="es-MX" dirty="0"/>
          </a:p>
          <a:p>
            <a:r>
              <a:rPr lang="es-MX" dirty="0" smtClean="0"/>
              <a:t>INTERSTATE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5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120" y="792143"/>
            <a:ext cx="9966960" cy="3035808"/>
          </a:xfrm>
        </p:spPr>
        <p:txBody>
          <a:bodyPr/>
          <a:lstStyle/>
          <a:p>
            <a:r>
              <a:rPr lang="es-MX" dirty="0" smtClean="0"/>
              <a:t> COBERTURAS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246888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 smtClean="0"/>
              <a:t>LIABILITY (AL)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 smtClean="0"/>
              <a:t>MOTOR TRUCK CARGO (MTC)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 smtClean="0"/>
              <a:t>PHYSICAL DAMAGE (PD)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 smtClean="0"/>
              <a:t>GENERAL LIABILITY  (GL)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 smtClean="0"/>
              <a:t>Entre otros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47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COMODIDADES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57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85" y="265082"/>
            <a:ext cx="6236020" cy="36577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305" y="340921"/>
            <a:ext cx="4803615" cy="3082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68" y="4410545"/>
            <a:ext cx="3562159" cy="23763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/>
          <p:cNvSpPr txBox="1"/>
          <p:nvPr/>
        </p:nvSpPr>
        <p:spPr>
          <a:xfrm>
            <a:off x="5413560" y="3967550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REEFER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344392" y="4410545"/>
            <a:ext cx="20319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SAND &amp; GRAVEL </a:t>
            </a:r>
          </a:p>
          <a:p>
            <a:r>
              <a:rPr lang="es-MX" dirty="0" smtClean="0"/>
              <a:t>CARS</a:t>
            </a:r>
          </a:p>
          <a:p>
            <a:r>
              <a:rPr lang="es-MX" dirty="0" smtClean="0"/>
              <a:t>FRAC SAND</a:t>
            </a:r>
          </a:p>
          <a:p>
            <a:r>
              <a:rPr lang="es-MX" dirty="0" smtClean="0"/>
              <a:t>CEMENT </a:t>
            </a:r>
          </a:p>
          <a:p>
            <a:r>
              <a:rPr lang="es-MX" dirty="0" smtClean="0"/>
              <a:t>WATER</a:t>
            </a:r>
          </a:p>
          <a:p>
            <a:r>
              <a:rPr lang="es-MX" dirty="0" smtClean="0"/>
              <a:t>GARBAGE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574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Cotización con plataformas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PROGRESSIVE </a:t>
            </a:r>
          </a:p>
          <a:p>
            <a:r>
              <a:rPr lang="es-MX" dirty="0" smtClean="0"/>
              <a:t>GEICO </a:t>
            </a:r>
          </a:p>
          <a:p>
            <a:r>
              <a:rPr lang="es-MX" dirty="0" smtClean="0"/>
              <a:t>BBHC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350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33</TotalTime>
  <Words>100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Rockwell</vt:lpstr>
      <vt:lpstr>Rockwell Condensed</vt:lpstr>
      <vt:lpstr>Wingdings</vt:lpstr>
      <vt:lpstr>Wood Type</vt:lpstr>
      <vt:lpstr>¿QUE SE NECESITA PARA COTIZAR A MI CLIENTE? </vt:lpstr>
      <vt:lpstr>PowerPoint Presentation</vt:lpstr>
      <vt:lpstr>VERIFICAR  PERMISOS </vt:lpstr>
      <vt:lpstr>PowerPoint Presentation</vt:lpstr>
      <vt:lpstr>PowerPoint Presentation</vt:lpstr>
      <vt:lpstr>PowerPoint Presentation</vt:lpstr>
      <vt:lpstr>PowerPoint Presentation</vt:lpstr>
      <vt:lpstr>DOC EXTRAS </vt:lpstr>
      <vt:lpstr>REQUEST TO QUOTE  </vt:lpstr>
      <vt:lpstr>ORGANIZACIÓN FOLDER </vt:lpstr>
      <vt:lpstr>TIPOS DE RADIOS DE OPERACIONES  </vt:lpstr>
      <vt:lpstr> COBERTURAS</vt:lpstr>
      <vt:lpstr>COMODIDADES </vt:lpstr>
      <vt:lpstr>PowerPoint Presentation</vt:lpstr>
      <vt:lpstr>Cotización con plataformas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¿QUE SE NECESITA PARA COTIZAR A MI CLIENTE? </dc:title>
  <dc:creator>pp</dc:creator>
  <cp:lastModifiedBy>pp</cp:lastModifiedBy>
  <cp:revision>4</cp:revision>
  <dcterms:created xsi:type="dcterms:W3CDTF">2025-10-04T17:41:58Z</dcterms:created>
  <dcterms:modified xsi:type="dcterms:W3CDTF">2025-10-04T18:15:49Z</dcterms:modified>
</cp:coreProperties>
</file>